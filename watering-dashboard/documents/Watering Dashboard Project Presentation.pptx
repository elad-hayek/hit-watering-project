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2" r:id="rId1"/>
  </p:sldMasterIdLst>
  <p:notesMasterIdLst>
    <p:notesMasterId r:id="rId31"/>
  </p:notesMasterIdLst>
  <p:sldIdLst>
    <p:sldId id="299" r:id="rId2"/>
    <p:sldId id="288" r:id="rId3"/>
    <p:sldId id="298" r:id="rId4"/>
    <p:sldId id="308" r:id="rId5"/>
    <p:sldId id="309" r:id="rId6"/>
    <p:sldId id="310" r:id="rId7"/>
    <p:sldId id="311" r:id="rId8"/>
    <p:sldId id="307" r:id="rId9"/>
    <p:sldId id="331" r:id="rId10"/>
    <p:sldId id="313" r:id="rId11"/>
    <p:sldId id="314" r:id="rId12"/>
    <p:sldId id="315" r:id="rId13"/>
    <p:sldId id="329" r:id="rId14"/>
    <p:sldId id="317" r:id="rId15"/>
    <p:sldId id="318" r:id="rId16"/>
    <p:sldId id="319" r:id="rId17"/>
    <p:sldId id="332" r:id="rId18"/>
    <p:sldId id="320" r:id="rId19"/>
    <p:sldId id="321" r:id="rId20"/>
    <p:sldId id="322" r:id="rId21"/>
    <p:sldId id="323" r:id="rId22"/>
    <p:sldId id="333" r:id="rId23"/>
    <p:sldId id="334" r:id="rId24"/>
    <p:sldId id="335" r:id="rId25"/>
    <p:sldId id="336" r:id="rId26"/>
    <p:sldId id="324" r:id="rId27"/>
    <p:sldId id="325" r:id="rId28"/>
    <p:sldId id="326" r:id="rId29"/>
    <p:sldId id="327" r:id="rId30"/>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2" autoAdjust="0"/>
    <p:restoredTop sz="94660"/>
  </p:normalViewPr>
  <p:slideViewPr>
    <p:cSldViewPr snapToGrid="0" snapToObjects="1">
      <p:cViewPr varScale="1">
        <p:scale>
          <a:sx n="71" d="100"/>
          <a:sy n="71" d="100"/>
        </p:scale>
        <p:origin x="452" y="4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64CBD0A0-9FDC-4D40-B8C4-86FCBF82AE19}" type="datetimeFigureOut">
              <a:rPr lang="he-IL" smtClean="0"/>
              <a:t>י"ג/סיון/תשפ"ו</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BAB0FAAD-67F4-4342-BF46-9679C2F69E56}" type="slidenum">
              <a:rPr lang="he-IL" smtClean="0"/>
              <a:t>‹#›</a:t>
            </a:fld>
            <a:endParaRPr lang="he-IL"/>
          </a:p>
        </p:txBody>
      </p:sp>
    </p:spTree>
    <p:extLst>
      <p:ext uri="{BB962C8B-B14F-4D97-AF65-F5344CB8AC3E}">
        <p14:creationId xmlns:p14="http://schemas.microsoft.com/office/powerpoint/2010/main" val="2412159744"/>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a:xfrm>
            <a:off x="685800" y="1143000"/>
            <a:ext cx="5486400" cy="3086100"/>
          </a:xfrm>
        </p:spPr>
        <p:txBody>
          <a:bodyPr/>
          <a:lstStyle/>
          <a:p>
            <a:endParaRPr lang="he-IL"/>
          </a:p>
        </p:txBody>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BAB0FAAD-67F4-4342-BF46-9679C2F69E56}" type="slidenum">
              <a:rPr lang="he-IL" smtClean="0"/>
              <a:t>5</a:t>
            </a:fld>
            <a:endParaRPr lang="he-IL"/>
          </a:p>
        </p:txBody>
      </p:sp>
    </p:spTree>
    <p:extLst>
      <p:ext uri="{BB962C8B-B14F-4D97-AF65-F5344CB8AC3E}">
        <p14:creationId xmlns:p14="http://schemas.microsoft.com/office/powerpoint/2010/main" val="3682549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BAFB8D0-96D9-6601-64BE-1FB51DE5F78D}"/>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496C79A4-8438-A99E-7807-5B03153A90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085ABB49-7A6C-9E73-9D5F-7D91178D248B}"/>
              </a:ext>
            </a:extLst>
          </p:cNvPr>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מציין מיקום של כותרת תחתונה 4">
            <a:extLst>
              <a:ext uri="{FF2B5EF4-FFF2-40B4-BE49-F238E27FC236}">
                <a16:creationId xmlns:a16="http://schemas.microsoft.com/office/drawing/2014/main" id="{7DF88B69-4795-E3E5-B3D4-A8F9D834E046}"/>
              </a:ext>
            </a:extLst>
          </p:cNvPr>
          <p:cNvSpPr>
            <a:spLocks noGrp="1"/>
          </p:cNvSpPr>
          <p:nvPr>
            <p:ph type="ftr" sz="quarter" idx="11"/>
          </p:nvPr>
        </p:nvSpPr>
        <p:spPr/>
        <p:txBody>
          <a:bodyPr/>
          <a:lstStyle/>
          <a:p>
            <a:endParaRPr lang="en-US"/>
          </a:p>
        </p:txBody>
      </p:sp>
      <p:sp>
        <p:nvSpPr>
          <p:cNvPr id="6" name="מציין מיקום של מספר שקופית 5">
            <a:extLst>
              <a:ext uri="{FF2B5EF4-FFF2-40B4-BE49-F238E27FC236}">
                <a16:creationId xmlns:a16="http://schemas.microsoft.com/office/drawing/2014/main" id="{7CA3EDB2-0A77-5457-91CD-260729452C63}"/>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38251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29C9300-1873-104E-7FA7-56D24E036C0E}"/>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7404A492-B342-D856-FA81-5E4DDAFAB35C}"/>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43242EFC-5068-E32F-B494-CBA1DC1F5DCD}"/>
              </a:ext>
            </a:extLst>
          </p:cNvPr>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מציין מיקום של כותרת תחתונה 4">
            <a:extLst>
              <a:ext uri="{FF2B5EF4-FFF2-40B4-BE49-F238E27FC236}">
                <a16:creationId xmlns:a16="http://schemas.microsoft.com/office/drawing/2014/main" id="{7F0715FB-83D4-131D-B625-FA45EDFFF1FF}"/>
              </a:ext>
            </a:extLst>
          </p:cNvPr>
          <p:cNvSpPr>
            <a:spLocks noGrp="1"/>
          </p:cNvSpPr>
          <p:nvPr>
            <p:ph type="ftr" sz="quarter" idx="11"/>
          </p:nvPr>
        </p:nvSpPr>
        <p:spPr/>
        <p:txBody>
          <a:bodyPr/>
          <a:lstStyle/>
          <a:p>
            <a:endParaRPr lang="en-US"/>
          </a:p>
        </p:txBody>
      </p:sp>
      <p:sp>
        <p:nvSpPr>
          <p:cNvPr id="6" name="מציין מיקום של מספר שקופית 5">
            <a:extLst>
              <a:ext uri="{FF2B5EF4-FFF2-40B4-BE49-F238E27FC236}">
                <a16:creationId xmlns:a16="http://schemas.microsoft.com/office/drawing/2014/main" id="{5CCA85E6-A844-5828-EE56-995981D428DA}"/>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5803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7CC5927-5650-1FC5-24F9-1952C34A6E09}"/>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E9D98812-C305-94FD-2234-6B3FE378B0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2744C336-A39C-2556-AD5F-FA68F3F07EAA}"/>
              </a:ext>
            </a:extLst>
          </p:cNvPr>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מציין מיקום של כותרת תחתונה 4">
            <a:extLst>
              <a:ext uri="{FF2B5EF4-FFF2-40B4-BE49-F238E27FC236}">
                <a16:creationId xmlns:a16="http://schemas.microsoft.com/office/drawing/2014/main" id="{14445B4F-80B1-20DD-9A04-BD69B314CA04}"/>
              </a:ext>
            </a:extLst>
          </p:cNvPr>
          <p:cNvSpPr>
            <a:spLocks noGrp="1"/>
          </p:cNvSpPr>
          <p:nvPr>
            <p:ph type="ftr" sz="quarter" idx="11"/>
          </p:nvPr>
        </p:nvSpPr>
        <p:spPr/>
        <p:txBody>
          <a:bodyPr/>
          <a:lstStyle/>
          <a:p>
            <a:endParaRPr lang="en-US"/>
          </a:p>
        </p:txBody>
      </p:sp>
      <p:sp>
        <p:nvSpPr>
          <p:cNvPr id="6" name="מציין מיקום של מספר שקופית 5">
            <a:extLst>
              <a:ext uri="{FF2B5EF4-FFF2-40B4-BE49-F238E27FC236}">
                <a16:creationId xmlns:a16="http://schemas.microsoft.com/office/drawing/2014/main" id="{DE45EA8B-FB43-3A4B-20F8-2B41369FAC5F}"/>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79025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3E2B398-D7E0-8A1F-EDB2-4E332B93FB8A}"/>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A4DAE93A-1376-6A88-5504-C97F45B4A3BC}"/>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95B35433-19D1-3E05-7856-832A7296FA41}"/>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9BE29DB3-4C9F-7C6E-0618-47E7944504E1}"/>
              </a:ext>
            </a:extLst>
          </p:cNvPr>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מציין מיקום של כותרת תחתונה 5">
            <a:extLst>
              <a:ext uri="{FF2B5EF4-FFF2-40B4-BE49-F238E27FC236}">
                <a16:creationId xmlns:a16="http://schemas.microsoft.com/office/drawing/2014/main" id="{E86E42FC-E347-839E-7479-41AE1DFC5CF6}"/>
              </a:ext>
            </a:extLst>
          </p:cNvPr>
          <p:cNvSpPr>
            <a:spLocks noGrp="1"/>
          </p:cNvSpPr>
          <p:nvPr>
            <p:ph type="ftr" sz="quarter" idx="11"/>
          </p:nvPr>
        </p:nvSpPr>
        <p:spPr/>
        <p:txBody>
          <a:bodyPr/>
          <a:lstStyle/>
          <a:p>
            <a:endParaRPr lang="en-US"/>
          </a:p>
        </p:txBody>
      </p:sp>
      <p:sp>
        <p:nvSpPr>
          <p:cNvPr id="7" name="מציין מיקום של מספר שקופית 6">
            <a:extLst>
              <a:ext uri="{FF2B5EF4-FFF2-40B4-BE49-F238E27FC236}">
                <a16:creationId xmlns:a16="http://schemas.microsoft.com/office/drawing/2014/main" id="{8FBD6BD9-90D1-ADAD-CFD6-571488E953A1}"/>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7974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2E8A8F9-545A-9B49-B52D-82E4300E9A6C}"/>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52C762A3-892C-CFCC-7890-FC3EEBE6B1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05D9E3FF-D2BD-A224-9A53-C3372E4FCE1F}"/>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AFFCA16D-C461-A1FA-7838-BC0003FA01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B68BA612-18EB-599C-E70F-22793CD24B27}"/>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6A3CD244-B896-8298-9081-B7D80685EB36}"/>
              </a:ext>
            </a:extLst>
          </p:cNvPr>
          <p:cNvSpPr>
            <a:spLocks noGrp="1"/>
          </p:cNvSpPr>
          <p:nvPr>
            <p:ph type="dt" sz="half" idx="10"/>
          </p:nvPr>
        </p:nvSpPr>
        <p:spPr/>
        <p:txBody>
          <a:bodyPr/>
          <a:lstStyle/>
          <a:p>
            <a:fld id="{5BCAD085-E8A6-8845-BD4E-CB4CCA059FC4}" type="datetimeFigureOut">
              <a:rPr lang="en-US" smtClean="0"/>
              <a:t>5/29/2026</a:t>
            </a:fld>
            <a:endParaRPr lang="en-US"/>
          </a:p>
        </p:txBody>
      </p:sp>
      <p:sp>
        <p:nvSpPr>
          <p:cNvPr id="8" name="מציין מיקום של כותרת תחתונה 7">
            <a:extLst>
              <a:ext uri="{FF2B5EF4-FFF2-40B4-BE49-F238E27FC236}">
                <a16:creationId xmlns:a16="http://schemas.microsoft.com/office/drawing/2014/main" id="{C2E8DEB4-C32E-1C32-8E62-C0E751667D55}"/>
              </a:ext>
            </a:extLst>
          </p:cNvPr>
          <p:cNvSpPr>
            <a:spLocks noGrp="1"/>
          </p:cNvSpPr>
          <p:nvPr>
            <p:ph type="ftr" sz="quarter" idx="11"/>
          </p:nvPr>
        </p:nvSpPr>
        <p:spPr/>
        <p:txBody>
          <a:bodyPr/>
          <a:lstStyle/>
          <a:p>
            <a:endParaRPr lang="en-US"/>
          </a:p>
        </p:txBody>
      </p:sp>
      <p:sp>
        <p:nvSpPr>
          <p:cNvPr id="9" name="מציין מיקום של מספר שקופית 8">
            <a:extLst>
              <a:ext uri="{FF2B5EF4-FFF2-40B4-BE49-F238E27FC236}">
                <a16:creationId xmlns:a16="http://schemas.microsoft.com/office/drawing/2014/main" id="{5237C3D7-BD82-4161-5692-57CE79A8DFD3}"/>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86592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42810B8-68E8-1F4C-8A5B-676F9594BC1A}"/>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07A4D14D-2B67-1E15-BC6E-ABBB183D799D}"/>
              </a:ext>
            </a:extLst>
          </p:cNvPr>
          <p:cNvSpPr>
            <a:spLocks noGrp="1"/>
          </p:cNvSpPr>
          <p:nvPr>
            <p:ph type="dt" sz="half" idx="10"/>
          </p:nvPr>
        </p:nvSpPr>
        <p:spPr/>
        <p:txBody>
          <a:bodyPr/>
          <a:lstStyle/>
          <a:p>
            <a:fld id="{5BCAD085-E8A6-8845-BD4E-CB4CCA059FC4}" type="datetimeFigureOut">
              <a:rPr lang="en-US" smtClean="0"/>
              <a:t>5/29/2026</a:t>
            </a:fld>
            <a:endParaRPr lang="en-US"/>
          </a:p>
        </p:txBody>
      </p:sp>
      <p:sp>
        <p:nvSpPr>
          <p:cNvPr id="4" name="מציין מיקום של כותרת תחתונה 3">
            <a:extLst>
              <a:ext uri="{FF2B5EF4-FFF2-40B4-BE49-F238E27FC236}">
                <a16:creationId xmlns:a16="http://schemas.microsoft.com/office/drawing/2014/main" id="{6C99A96D-41A6-8B9E-7FBB-B632C8075F24}"/>
              </a:ext>
            </a:extLst>
          </p:cNvPr>
          <p:cNvSpPr>
            <a:spLocks noGrp="1"/>
          </p:cNvSpPr>
          <p:nvPr>
            <p:ph type="ftr" sz="quarter" idx="11"/>
          </p:nvPr>
        </p:nvSpPr>
        <p:spPr/>
        <p:txBody>
          <a:bodyPr/>
          <a:lstStyle/>
          <a:p>
            <a:endParaRPr lang="en-US"/>
          </a:p>
        </p:txBody>
      </p:sp>
      <p:sp>
        <p:nvSpPr>
          <p:cNvPr id="5" name="מציין מיקום של מספר שקופית 4">
            <a:extLst>
              <a:ext uri="{FF2B5EF4-FFF2-40B4-BE49-F238E27FC236}">
                <a16:creationId xmlns:a16="http://schemas.microsoft.com/office/drawing/2014/main" id="{07DD7CB2-4444-A696-35F8-3029819159D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3364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B52DF28E-C718-DBD4-A491-491839002CA8}"/>
              </a:ext>
            </a:extLst>
          </p:cNvPr>
          <p:cNvSpPr>
            <a:spLocks noGrp="1"/>
          </p:cNvSpPr>
          <p:nvPr>
            <p:ph type="dt" sz="half" idx="10"/>
          </p:nvPr>
        </p:nvSpPr>
        <p:spPr/>
        <p:txBody>
          <a:bodyPr/>
          <a:lstStyle/>
          <a:p>
            <a:fld id="{5BCAD085-E8A6-8845-BD4E-CB4CCA059FC4}" type="datetimeFigureOut">
              <a:rPr lang="en-US" smtClean="0"/>
              <a:t>5/29/2026</a:t>
            </a:fld>
            <a:endParaRPr lang="en-US"/>
          </a:p>
        </p:txBody>
      </p:sp>
      <p:sp>
        <p:nvSpPr>
          <p:cNvPr id="3" name="מציין מיקום של כותרת תחתונה 2">
            <a:extLst>
              <a:ext uri="{FF2B5EF4-FFF2-40B4-BE49-F238E27FC236}">
                <a16:creationId xmlns:a16="http://schemas.microsoft.com/office/drawing/2014/main" id="{54707343-DD0B-36CE-792A-C064896061A2}"/>
              </a:ext>
            </a:extLst>
          </p:cNvPr>
          <p:cNvSpPr>
            <a:spLocks noGrp="1"/>
          </p:cNvSpPr>
          <p:nvPr>
            <p:ph type="ftr" sz="quarter" idx="11"/>
          </p:nvPr>
        </p:nvSpPr>
        <p:spPr/>
        <p:txBody>
          <a:bodyPr/>
          <a:lstStyle/>
          <a:p>
            <a:endParaRPr lang="en-US"/>
          </a:p>
        </p:txBody>
      </p:sp>
      <p:sp>
        <p:nvSpPr>
          <p:cNvPr id="4" name="מציין מיקום של מספר שקופית 3">
            <a:extLst>
              <a:ext uri="{FF2B5EF4-FFF2-40B4-BE49-F238E27FC236}">
                <a16:creationId xmlns:a16="http://schemas.microsoft.com/office/drawing/2014/main" id="{6963C3E9-C4BD-ECAD-A355-CCC289C1F48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1156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2C92E10-CD6A-9A68-23FA-CD5B424B7F4D}"/>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F7B87DB1-D472-47D7-6CF5-CC24C42EEC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1AB474E7-347A-251F-65EC-9F2675CEA4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FB1F7321-A9D1-E1B8-BC21-9BE83922B223}"/>
              </a:ext>
            </a:extLst>
          </p:cNvPr>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מציין מיקום של כותרת תחתונה 5">
            <a:extLst>
              <a:ext uri="{FF2B5EF4-FFF2-40B4-BE49-F238E27FC236}">
                <a16:creationId xmlns:a16="http://schemas.microsoft.com/office/drawing/2014/main" id="{142A21B3-9442-6732-CC33-CC70E41C5B7E}"/>
              </a:ext>
            </a:extLst>
          </p:cNvPr>
          <p:cNvSpPr>
            <a:spLocks noGrp="1"/>
          </p:cNvSpPr>
          <p:nvPr>
            <p:ph type="ftr" sz="quarter" idx="11"/>
          </p:nvPr>
        </p:nvSpPr>
        <p:spPr/>
        <p:txBody>
          <a:bodyPr/>
          <a:lstStyle/>
          <a:p>
            <a:endParaRPr lang="en-US"/>
          </a:p>
        </p:txBody>
      </p:sp>
      <p:sp>
        <p:nvSpPr>
          <p:cNvPr id="7" name="מציין מיקום של מספר שקופית 6">
            <a:extLst>
              <a:ext uri="{FF2B5EF4-FFF2-40B4-BE49-F238E27FC236}">
                <a16:creationId xmlns:a16="http://schemas.microsoft.com/office/drawing/2014/main" id="{AC63B4E3-16B2-E4C4-548F-1FFEB6CAD899}"/>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83344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18FF26B-0620-08A3-567F-5538C93C5DA0}"/>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73289283-F665-447A-A354-62B4BC196C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AEB171CE-8704-1DD9-F161-E2C648542A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A0429C54-DE10-C601-33D4-8C6363668C76}"/>
              </a:ext>
            </a:extLst>
          </p:cNvPr>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מציין מיקום של כותרת תחתונה 5">
            <a:extLst>
              <a:ext uri="{FF2B5EF4-FFF2-40B4-BE49-F238E27FC236}">
                <a16:creationId xmlns:a16="http://schemas.microsoft.com/office/drawing/2014/main" id="{0F72D4B5-F6EE-CE39-82F4-C14E3899FF7A}"/>
              </a:ext>
            </a:extLst>
          </p:cNvPr>
          <p:cNvSpPr>
            <a:spLocks noGrp="1"/>
          </p:cNvSpPr>
          <p:nvPr>
            <p:ph type="ftr" sz="quarter" idx="11"/>
          </p:nvPr>
        </p:nvSpPr>
        <p:spPr/>
        <p:txBody>
          <a:bodyPr/>
          <a:lstStyle/>
          <a:p>
            <a:endParaRPr lang="en-US"/>
          </a:p>
        </p:txBody>
      </p:sp>
      <p:sp>
        <p:nvSpPr>
          <p:cNvPr id="7" name="מציין מיקום של מספר שקופית 6">
            <a:extLst>
              <a:ext uri="{FF2B5EF4-FFF2-40B4-BE49-F238E27FC236}">
                <a16:creationId xmlns:a16="http://schemas.microsoft.com/office/drawing/2014/main" id="{22A1C4F2-7971-030B-5346-D73D6D55A53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47416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03EFF58-BE45-A85D-6A92-50265A0F1224}"/>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5CF66BDD-639B-8CA2-DA23-6AA6837F31F1}"/>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A19C3BF4-5852-321C-182B-4A098B78C41C}"/>
              </a:ext>
            </a:extLst>
          </p:cNvPr>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מציין מיקום של כותרת תחתונה 4">
            <a:extLst>
              <a:ext uri="{FF2B5EF4-FFF2-40B4-BE49-F238E27FC236}">
                <a16:creationId xmlns:a16="http://schemas.microsoft.com/office/drawing/2014/main" id="{5972A0AF-127C-2C6A-E00A-DA67AC1E1CBE}"/>
              </a:ext>
            </a:extLst>
          </p:cNvPr>
          <p:cNvSpPr>
            <a:spLocks noGrp="1"/>
          </p:cNvSpPr>
          <p:nvPr>
            <p:ph type="ftr" sz="quarter" idx="11"/>
          </p:nvPr>
        </p:nvSpPr>
        <p:spPr/>
        <p:txBody>
          <a:bodyPr/>
          <a:lstStyle/>
          <a:p>
            <a:endParaRPr lang="en-US"/>
          </a:p>
        </p:txBody>
      </p:sp>
      <p:sp>
        <p:nvSpPr>
          <p:cNvPr id="6" name="מציין מיקום של מספר שקופית 5">
            <a:extLst>
              <a:ext uri="{FF2B5EF4-FFF2-40B4-BE49-F238E27FC236}">
                <a16:creationId xmlns:a16="http://schemas.microsoft.com/office/drawing/2014/main" id="{3481F58D-D02A-751A-D00E-C2997D03BDD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3400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251D5BF6-6058-0869-ECD2-3C33971C921D}"/>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6B6FE8EA-E4F8-9807-515E-2F8A4AB2E783}"/>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00CD4FD7-8964-0119-017D-2E81C5C28C69}"/>
              </a:ext>
            </a:extLst>
          </p:cNvPr>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מציין מיקום של כותרת תחתונה 4">
            <a:extLst>
              <a:ext uri="{FF2B5EF4-FFF2-40B4-BE49-F238E27FC236}">
                <a16:creationId xmlns:a16="http://schemas.microsoft.com/office/drawing/2014/main" id="{0A4393E1-BD9F-0884-7115-F47EFE8DC048}"/>
              </a:ext>
            </a:extLst>
          </p:cNvPr>
          <p:cNvSpPr>
            <a:spLocks noGrp="1"/>
          </p:cNvSpPr>
          <p:nvPr>
            <p:ph type="ftr" sz="quarter" idx="11"/>
          </p:nvPr>
        </p:nvSpPr>
        <p:spPr/>
        <p:txBody>
          <a:bodyPr/>
          <a:lstStyle/>
          <a:p>
            <a:endParaRPr lang="en-US"/>
          </a:p>
        </p:txBody>
      </p:sp>
      <p:sp>
        <p:nvSpPr>
          <p:cNvPr id="6" name="מציין מיקום של מספר שקופית 5">
            <a:extLst>
              <a:ext uri="{FF2B5EF4-FFF2-40B4-BE49-F238E27FC236}">
                <a16:creationId xmlns:a16="http://schemas.microsoft.com/office/drawing/2014/main" id="{510158D5-448F-C935-2F06-628FC98E45F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0276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alpha val="91000"/>
          </a:schemeClr>
        </a:solidFill>
        <a:effectLst/>
      </p:bgPr>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8B9171F1-B42E-62F3-066F-043FD2D6918E}"/>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73B7D4A3-BEA2-0B37-41DD-9357FDDE4C58}"/>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04B71FA9-2076-C6CB-73BF-89CC38E41663}"/>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5BCAD085-E8A6-8845-BD4E-CB4CCA059FC4}" type="datetimeFigureOut">
              <a:rPr lang="en-US" smtClean="0"/>
              <a:t>5/29/2026</a:t>
            </a:fld>
            <a:endParaRPr lang="en-US"/>
          </a:p>
        </p:txBody>
      </p:sp>
      <p:sp>
        <p:nvSpPr>
          <p:cNvPr id="5" name="מציין מיקום של כותרת תחתונה 4">
            <a:extLst>
              <a:ext uri="{FF2B5EF4-FFF2-40B4-BE49-F238E27FC236}">
                <a16:creationId xmlns:a16="http://schemas.microsoft.com/office/drawing/2014/main" id="{7A2E1F43-2607-62C7-FBF0-4A2C91DC1E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en-US"/>
          </a:p>
        </p:txBody>
      </p:sp>
      <p:sp>
        <p:nvSpPr>
          <p:cNvPr id="6" name="מציין מיקום של מספר שקופית 5">
            <a:extLst>
              <a:ext uri="{FF2B5EF4-FFF2-40B4-BE49-F238E27FC236}">
                <a16:creationId xmlns:a16="http://schemas.microsoft.com/office/drawing/2014/main" id="{C951D6C6-37FA-9AC8-21F5-41AA105AD26B}"/>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646384752"/>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9" y="804672"/>
            <a:ext cx="4324506" cy="5248656"/>
          </a:xfrm>
        </p:spPr>
        <p:txBody>
          <a:bodyPr vert="horz" lIns="91440" tIns="45720" rIns="91440" bIns="45720" rtlCol="0" anchor="ctr">
            <a:normAutofit/>
          </a:bodyPr>
          <a:lstStyle/>
          <a:p>
            <a:pPr algn="ctr" rtl="0"/>
            <a:r>
              <a:rPr lang="en-US" sz="5400" b="0" i="0" kern="1200" dirty="0">
                <a:solidFill>
                  <a:srgbClr val="4CAF50"/>
                </a:solidFill>
                <a:latin typeface="+mj-lt"/>
                <a:ea typeface="+mj-ea"/>
                <a:cs typeface="+mn-cs"/>
              </a:rPr>
              <a:t>Watering Dashboard Project</a:t>
            </a:r>
          </a:p>
        </p:txBody>
      </p:sp>
      <p:sp>
        <p:nvSpPr>
          <p:cNvPr id="3" name="Subtitle 2"/>
          <p:cNvSpPr>
            <a:spLocks noGrp="1"/>
          </p:cNvSpPr>
          <p:nvPr>
            <p:ph type="subTitle" idx="1"/>
          </p:nvPr>
        </p:nvSpPr>
        <p:spPr>
          <a:xfrm>
            <a:off x="5221659" y="781303"/>
            <a:ext cx="6399930" cy="5248657"/>
          </a:xfrm>
        </p:spPr>
        <p:txBody>
          <a:bodyPr vert="horz" lIns="91440" tIns="45720" rIns="91440" bIns="45720" rtlCol="0" anchor="ctr">
            <a:normAutofit/>
          </a:bodyPr>
          <a:lstStyle/>
          <a:p>
            <a:pPr algn="l" rtl="0"/>
            <a:r>
              <a:rPr lang="en-US" u="sng" dirty="0">
                <a:solidFill>
                  <a:srgbClr val="F0F0F0"/>
                </a:solidFill>
              </a:rPr>
              <a:t>Students’ names:</a:t>
            </a:r>
          </a:p>
          <a:p>
            <a:pPr algn="l" rtl="0">
              <a:buFont typeface="Arial" pitchFamily="34" charset="0"/>
              <a:buChar char="►"/>
            </a:pPr>
            <a:r>
              <a:rPr lang="en-US" dirty="0">
                <a:solidFill>
                  <a:srgbClr val="F0F0F0"/>
                </a:solidFill>
              </a:rPr>
              <a:t>Elad Hayek – 211873542</a:t>
            </a:r>
          </a:p>
          <a:p>
            <a:pPr algn="l" rtl="0">
              <a:buFont typeface="Arial" pitchFamily="34" charset="0"/>
              <a:buChar char="►"/>
            </a:pPr>
            <a:r>
              <a:rPr lang="en-US" dirty="0">
                <a:solidFill>
                  <a:srgbClr val="F0F0F0"/>
                </a:solidFill>
              </a:rPr>
              <a:t>Shirin Fakiri – 208154815</a:t>
            </a:r>
          </a:p>
          <a:p>
            <a:pPr algn="l" rtl="0">
              <a:buFont typeface="Arial" pitchFamily="34" charset="0"/>
              <a:buChar char="►"/>
            </a:pPr>
            <a:r>
              <a:rPr lang="en-US" dirty="0">
                <a:solidFill>
                  <a:srgbClr val="F0F0F0"/>
                </a:solidFill>
              </a:rPr>
              <a:t>Daniel </a:t>
            </a:r>
            <a:r>
              <a:rPr lang="en-US" dirty="0" err="1">
                <a:solidFill>
                  <a:srgbClr val="F0F0F0"/>
                </a:solidFill>
              </a:rPr>
              <a:t>Gunko</a:t>
            </a:r>
            <a:r>
              <a:rPr lang="en-US" dirty="0">
                <a:solidFill>
                  <a:srgbClr val="F0F0F0"/>
                </a:solidFill>
              </a:rPr>
              <a:t> – 340969674</a:t>
            </a:r>
          </a:p>
          <a:p>
            <a:pPr algn="l" rtl="0">
              <a:buFont typeface="Arial" pitchFamily="34" charset="0"/>
              <a:buChar char="►"/>
            </a:pPr>
            <a:r>
              <a:rPr lang="en-US" dirty="0">
                <a:solidFill>
                  <a:srgbClr val="F0F0F0"/>
                </a:solidFill>
              </a:rPr>
              <a:t>Gleb </a:t>
            </a:r>
            <a:r>
              <a:rPr lang="en-US" dirty="0" err="1">
                <a:solidFill>
                  <a:srgbClr val="F0F0F0"/>
                </a:solidFill>
              </a:rPr>
              <a:t>Tyutrin</a:t>
            </a:r>
            <a:r>
              <a:rPr lang="en-US" dirty="0">
                <a:solidFill>
                  <a:srgbClr val="F0F0F0"/>
                </a:solidFill>
              </a:rPr>
              <a:t> – 324726306</a:t>
            </a:r>
          </a:p>
          <a:p>
            <a:pPr algn="l" rtl="0"/>
            <a:r>
              <a:rPr lang="en-US" dirty="0">
                <a:solidFill>
                  <a:srgbClr val="AAAAAA"/>
                </a:solidFill>
              </a:rPr>
              <a:t>Moderators' names: Eliel Yeshayahu, Netanel Zohar</a:t>
            </a:r>
          </a:p>
        </p:txBody>
      </p:sp>
      <p:pic>
        <p:nvPicPr>
          <p:cNvPr id="5" name="תמונה 4">
            <a:extLst>
              <a:ext uri="{FF2B5EF4-FFF2-40B4-BE49-F238E27FC236}">
                <a16:creationId xmlns:a16="http://schemas.microsoft.com/office/drawing/2014/main" id="{FEFB29BA-BDFF-9A4A-F4EC-47802AD13B6B}"/>
              </a:ext>
            </a:extLst>
          </p:cNvPr>
          <p:cNvPicPr>
            <a:picLocks noChangeAspect="1"/>
          </p:cNvPicPr>
          <p:nvPr/>
        </p:nvPicPr>
        <p:blipFill>
          <a:blip r:embed="rId2"/>
          <a:stretch>
            <a:fillRect/>
          </a:stretch>
        </p:blipFill>
        <p:spPr>
          <a:xfrm>
            <a:off x="9314116" y="89323"/>
            <a:ext cx="2765658" cy="460943"/>
          </a:xfrm>
          <a:prstGeom prst="rect">
            <a:avLst/>
          </a:prstGeom>
        </p:spPr>
      </p:pic>
      <p:sp>
        <p:nvSpPr>
          <p:cNvPr id="6" name="Rectangle 3">
            <a:extLst>
              <a:ext uri="{FF2B5EF4-FFF2-40B4-BE49-F238E27FC236}">
                <a16:creationId xmlns:a16="http://schemas.microsoft.com/office/drawing/2014/main" id="{919664DA-7914-8586-E33B-093F814A0DE5}"/>
              </a:ext>
            </a:extLst>
          </p:cNvPr>
          <p:cNvSpPr/>
          <p:nvPr/>
        </p:nvSpPr>
        <p:spPr>
          <a:xfrm rot="16200000" flipH="1" flipV="1">
            <a:off x="1354607" y="3369261"/>
            <a:ext cx="6840000" cy="137478"/>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8918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E60E924-F947-BD19-0F44-33084877463A}"/>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3FCB3F36-0499-AC0D-D7B1-4691C435C38B}"/>
              </a:ext>
            </a:extLst>
          </p:cNvPr>
          <p:cNvSpPr>
            <a:spLocks noGrp="1"/>
          </p:cNvSpPr>
          <p:nvPr>
            <p:ph type="title"/>
          </p:nvPr>
        </p:nvSpPr>
        <p:spPr/>
        <p:txBody>
          <a:bodyPr anchor="ctr">
            <a:normAutofit/>
          </a:bodyPr>
          <a:lstStyle/>
          <a:p>
            <a:pPr algn="l"/>
            <a:r>
              <a:rPr lang="en-US" sz="3400" b="1" dirty="0">
                <a:solidFill>
                  <a:srgbClr val="4CAF50"/>
                </a:solidFill>
                <a:latin typeface="Aptos" panose="020B0004020202020204" pitchFamily="34" charset="0"/>
                <a:cs typeface="+mn-cs"/>
              </a:rPr>
              <a:t>Table of Contents</a:t>
            </a:r>
          </a:p>
        </p:txBody>
      </p:sp>
      <p:sp>
        <p:nvSpPr>
          <p:cNvPr id="200" name="TOC Card 1"/>
          <p:cNvSpPr/>
          <p:nvPr/>
        </p:nvSpPr>
        <p:spPr>
          <a:xfrm>
            <a:off x="647700" y="2133600"/>
            <a:ext cx="5270500" cy="736600"/>
          </a:xfrm>
          <a:prstGeom prst="roundRect">
            <a:avLst>
              <a:gd name="adj" fmla="val 12000"/>
            </a:avLst>
          </a:prstGeom>
          <a:solidFill>
            <a:srgbClr val="2D2D2D"/>
          </a:solidFill>
          <a:ln w="0">
            <a:noFill/>
          </a:ln>
        </p:spPr>
        <p:txBody>
          <a:bodyPr/>
          <a:lstStyle/>
          <a:p>
            <a:endParaRPr/>
          </a:p>
        </p:txBody>
      </p:sp>
      <p:sp>
        <p:nvSpPr>
          <p:cNvPr id="202" name="TOC Badge 1"/>
          <p:cNvSpPr/>
          <p:nvPr/>
        </p:nvSpPr>
        <p:spPr>
          <a:xfrm>
            <a:off x="800100" y="2286000"/>
            <a:ext cx="431800" cy="431800"/>
          </a:xfrm>
          <a:prstGeom prst="roundRect">
            <a:avLst>
              <a:gd name="adj" fmla="val 20000"/>
            </a:avLst>
          </a:prstGeom>
          <a:solidFill>
            <a:srgbClr val="4CAF50"/>
          </a:solidFill>
          <a:ln w="0">
            <a:noFill/>
          </a:ln>
        </p:spPr>
        <p:txBody>
          <a:bodyPr wrap="none" lIns="0" tIns="0" rIns="0" bIns="0" rtlCol="0" anchor="ctr">
            <a:noAutofit/>
          </a:bodyPr>
          <a:lstStyle/>
          <a:p>
            <a:pPr algn="ctr"/>
            <a:r>
              <a:rPr lang="en-US" sz="1300" b="1" dirty="0">
                <a:solidFill>
                  <a:srgbClr val="121212"/>
                </a:solidFill>
              </a:rPr>
              <a:t>01</a:t>
            </a:r>
          </a:p>
        </p:txBody>
      </p:sp>
      <p:sp>
        <p:nvSpPr>
          <p:cNvPr id="201" name="TOC Title 1"/>
          <p:cNvSpPr/>
          <p:nvPr/>
        </p:nvSpPr>
        <p:spPr>
          <a:xfrm>
            <a:off x="1384300" y="2133600"/>
            <a:ext cx="3797300" cy="736600"/>
          </a:xfrm>
          <a:prstGeom prst="rect">
            <a:avLst/>
          </a:prstGeom>
          <a:noFill/>
        </p:spPr>
        <p:txBody>
          <a:bodyPr lIns="0" rIns="0" rtlCol="0" anchor="ctr">
            <a:normAutofit/>
          </a:bodyPr>
          <a:lstStyle/>
          <a:p>
            <a:pPr algn="l"/>
            <a:r>
              <a:rPr lang="en-US" sz="1500" dirty="0">
                <a:solidFill>
                  <a:srgbClr val="F0F0F0"/>
                </a:solidFill>
                <a:latin typeface="Aptos"/>
              </a:rPr>
              <a:t>Goal</a:t>
            </a:r>
          </a:p>
        </p:txBody>
      </p:sp>
      <p:sp>
        <p:nvSpPr>
          <p:cNvPr id="203" name="TOC Page 1"/>
          <p:cNvSpPr/>
          <p:nvPr/>
        </p:nvSpPr>
        <p:spPr>
          <a:xfrm>
            <a:off x="5257800" y="2133600"/>
            <a:ext cx="558800" cy="736600"/>
          </a:xfrm>
          <a:prstGeom prst="rect">
            <a:avLst/>
          </a:prstGeom>
          <a:noFill/>
        </p:spPr>
        <p:txBody>
          <a:bodyPr lIns="0" rIns="0" rtlCol="0" anchor="ctr">
            <a:noAutofit/>
          </a:bodyPr>
          <a:lstStyle/>
          <a:p>
            <a:pPr algn="r"/>
            <a:r>
              <a:rPr lang="en-US" sz="1400" b="1">
                <a:solidFill>
                  <a:srgbClr val="AAAAAA"/>
                </a:solidFill>
                <a:latin typeface="Aptos"/>
              </a:rPr>
              <a:t>3</a:t>
            </a:r>
          </a:p>
        </p:txBody>
      </p:sp>
      <p:sp>
        <p:nvSpPr>
          <p:cNvPr id="204" name="TOC Card 2"/>
          <p:cNvSpPr/>
          <p:nvPr/>
        </p:nvSpPr>
        <p:spPr>
          <a:xfrm>
            <a:off x="647700" y="2984500"/>
            <a:ext cx="5270500" cy="736600"/>
          </a:xfrm>
          <a:prstGeom prst="roundRect">
            <a:avLst>
              <a:gd name="adj" fmla="val 12000"/>
            </a:avLst>
          </a:prstGeom>
          <a:solidFill>
            <a:srgbClr val="2D2D2D"/>
          </a:solidFill>
          <a:ln w="0">
            <a:noFill/>
          </a:ln>
        </p:spPr>
        <p:txBody>
          <a:bodyPr/>
          <a:lstStyle/>
          <a:p>
            <a:endParaRPr/>
          </a:p>
        </p:txBody>
      </p:sp>
      <p:sp>
        <p:nvSpPr>
          <p:cNvPr id="206" name="TOC Badge 2"/>
          <p:cNvSpPr/>
          <p:nvPr/>
        </p:nvSpPr>
        <p:spPr>
          <a:xfrm>
            <a:off x="800100" y="3136900"/>
            <a:ext cx="431800" cy="431800"/>
          </a:xfrm>
          <a:prstGeom prst="roundRect">
            <a:avLst>
              <a:gd name="adj" fmla="val 20000"/>
            </a:avLst>
          </a:prstGeom>
          <a:solidFill>
            <a:srgbClr val="4CAF50"/>
          </a:solidFill>
          <a:ln w="0">
            <a:noFill/>
          </a:ln>
        </p:spPr>
        <p:txBody>
          <a:bodyPr wrap="none" lIns="0" tIns="0" rIns="0" bIns="0" rtlCol="0" anchor="ctr">
            <a:noAutofit/>
          </a:bodyPr>
          <a:lstStyle/>
          <a:p>
            <a:pPr algn="ctr"/>
            <a:r>
              <a:rPr lang="en-US" sz="1300" b="1">
                <a:solidFill>
                  <a:srgbClr val="121212"/>
                </a:solidFill>
              </a:rPr>
              <a:t>02</a:t>
            </a:r>
          </a:p>
        </p:txBody>
      </p:sp>
      <p:sp>
        <p:nvSpPr>
          <p:cNvPr id="205" name="TOC Title 2"/>
          <p:cNvSpPr/>
          <p:nvPr/>
        </p:nvSpPr>
        <p:spPr>
          <a:xfrm>
            <a:off x="1384300" y="2984500"/>
            <a:ext cx="3797300" cy="736600"/>
          </a:xfrm>
          <a:prstGeom prst="rect">
            <a:avLst/>
          </a:prstGeom>
          <a:noFill/>
        </p:spPr>
        <p:txBody>
          <a:bodyPr lIns="0" rIns="0" rtlCol="0" anchor="ctr">
            <a:normAutofit/>
          </a:bodyPr>
          <a:lstStyle/>
          <a:p>
            <a:pPr algn="l"/>
            <a:r>
              <a:rPr lang="en-US" sz="1500" err="1">
                <a:solidFill>
                  <a:srgbClr val="F0F0F0"/>
                </a:solidFill>
                <a:latin typeface="Aptos"/>
              </a:rPr>
              <a:t>Existing Technologies &amp; Market Solutions</a:t>
            </a:r>
          </a:p>
        </p:txBody>
      </p:sp>
      <p:sp>
        <p:nvSpPr>
          <p:cNvPr id="207" name="TOC Page 2"/>
          <p:cNvSpPr/>
          <p:nvPr/>
        </p:nvSpPr>
        <p:spPr>
          <a:xfrm>
            <a:off x="5257800" y="2984500"/>
            <a:ext cx="558800" cy="736600"/>
          </a:xfrm>
          <a:prstGeom prst="rect">
            <a:avLst/>
          </a:prstGeom>
          <a:noFill/>
        </p:spPr>
        <p:txBody>
          <a:bodyPr lIns="0" rIns="0" rtlCol="0" anchor="ctr">
            <a:noAutofit/>
          </a:bodyPr>
          <a:lstStyle/>
          <a:p>
            <a:pPr algn="r"/>
            <a:r>
              <a:rPr lang="en-US" sz="1400" b="1">
                <a:solidFill>
                  <a:srgbClr val="AAAAAA"/>
                </a:solidFill>
                <a:latin typeface="Aptos"/>
              </a:rPr>
              <a:t>4</a:t>
            </a:r>
          </a:p>
        </p:txBody>
      </p:sp>
      <p:sp>
        <p:nvSpPr>
          <p:cNvPr id="208" name="TOC Card 3"/>
          <p:cNvSpPr/>
          <p:nvPr/>
        </p:nvSpPr>
        <p:spPr>
          <a:xfrm>
            <a:off x="647700" y="3835400"/>
            <a:ext cx="5270500" cy="736600"/>
          </a:xfrm>
          <a:prstGeom prst="roundRect">
            <a:avLst>
              <a:gd name="adj" fmla="val 12000"/>
            </a:avLst>
          </a:prstGeom>
          <a:solidFill>
            <a:srgbClr val="2D2D2D"/>
          </a:solidFill>
          <a:ln w="0">
            <a:noFill/>
          </a:ln>
        </p:spPr>
        <p:txBody>
          <a:bodyPr/>
          <a:lstStyle/>
          <a:p>
            <a:endParaRPr/>
          </a:p>
        </p:txBody>
      </p:sp>
      <p:sp>
        <p:nvSpPr>
          <p:cNvPr id="210" name="TOC Badge 3"/>
          <p:cNvSpPr/>
          <p:nvPr/>
        </p:nvSpPr>
        <p:spPr>
          <a:xfrm>
            <a:off x="800100" y="3987800"/>
            <a:ext cx="431800" cy="431800"/>
          </a:xfrm>
          <a:prstGeom prst="roundRect">
            <a:avLst>
              <a:gd name="adj" fmla="val 20000"/>
            </a:avLst>
          </a:prstGeom>
          <a:solidFill>
            <a:srgbClr val="4CAF50"/>
          </a:solidFill>
          <a:ln w="0">
            <a:noFill/>
          </a:ln>
        </p:spPr>
        <p:txBody>
          <a:bodyPr wrap="none" lIns="0" tIns="0" rIns="0" bIns="0" rtlCol="0" anchor="ctr">
            <a:noAutofit/>
          </a:bodyPr>
          <a:lstStyle/>
          <a:p>
            <a:pPr algn="ctr"/>
            <a:r>
              <a:rPr lang="en-US" sz="1300" b="1">
                <a:solidFill>
                  <a:srgbClr val="121212"/>
                </a:solidFill>
              </a:rPr>
              <a:t>03</a:t>
            </a:r>
          </a:p>
        </p:txBody>
      </p:sp>
      <p:sp>
        <p:nvSpPr>
          <p:cNvPr id="209" name="TOC Title 3"/>
          <p:cNvSpPr/>
          <p:nvPr/>
        </p:nvSpPr>
        <p:spPr>
          <a:xfrm>
            <a:off x="1384300" y="3835400"/>
            <a:ext cx="3797300" cy="736600"/>
          </a:xfrm>
          <a:prstGeom prst="rect">
            <a:avLst/>
          </a:prstGeom>
          <a:noFill/>
        </p:spPr>
        <p:txBody>
          <a:bodyPr lIns="0" rIns="0" rtlCol="0" anchor="ctr">
            <a:normAutofit/>
          </a:bodyPr>
          <a:lstStyle/>
          <a:p>
            <a:pPr algn="l"/>
            <a:r>
              <a:rPr lang="en-US" sz="1500" err="1">
                <a:solidFill>
                  <a:srgbClr val="F0F0F0"/>
                </a:solidFill>
                <a:latin typeface="Aptos"/>
              </a:rPr>
              <a:t>Main Processes</a:t>
            </a:r>
          </a:p>
        </p:txBody>
      </p:sp>
      <p:sp>
        <p:nvSpPr>
          <p:cNvPr id="211" name="TOC Page 3"/>
          <p:cNvSpPr/>
          <p:nvPr/>
        </p:nvSpPr>
        <p:spPr>
          <a:xfrm>
            <a:off x="5257800" y="3835400"/>
            <a:ext cx="558800" cy="736600"/>
          </a:xfrm>
          <a:prstGeom prst="rect">
            <a:avLst/>
          </a:prstGeom>
          <a:noFill/>
        </p:spPr>
        <p:txBody>
          <a:bodyPr lIns="0" rIns="0" rtlCol="0" anchor="ctr">
            <a:noAutofit/>
          </a:bodyPr>
          <a:lstStyle/>
          <a:p>
            <a:pPr algn="r"/>
            <a:r>
              <a:rPr lang="en-US" sz="1400" b="1">
                <a:solidFill>
                  <a:srgbClr val="AAAAAA"/>
                </a:solidFill>
                <a:latin typeface="Aptos"/>
              </a:rPr>
              <a:t>5-7</a:t>
            </a:r>
          </a:p>
        </p:txBody>
      </p:sp>
      <p:sp>
        <p:nvSpPr>
          <p:cNvPr id="212" name="TOC Card 4"/>
          <p:cNvSpPr/>
          <p:nvPr/>
        </p:nvSpPr>
        <p:spPr>
          <a:xfrm>
            <a:off x="647700" y="4686300"/>
            <a:ext cx="5270500" cy="736600"/>
          </a:xfrm>
          <a:prstGeom prst="roundRect">
            <a:avLst>
              <a:gd name="adj" fmla="val 12000"/>
            </a:avLst>
          </a:prstGeom>
          <a:solidFill>
            <a:srgbClr val="2D2D2D"/>
          </a:solidFill>
          <a:ln w="0">
            <a:noFill/>
          </a:ln>
        </p:spPr>
        <p:txBody>
          <a:bodyPr/>
          <a:lstStyle/>
          <a:p>
            <a:endParaRPr/>
          </a:p>
        </p:txBody>
      </p:sp>
      <p:sp>
        <p:nvSpPr>
          <p:cNvPr id="214" name="TOC Badge 4"/>
          <p:cNvSpPr/>
          <p:nvPr/>
        </p:nvSpPr>
        <p:spPr>
          <a:xfrm>
            <a:off x="800100" y="4838700"/>
            <a:ext cx="431800" cy="431800"/>
          </a:xfrm>
          <a:prstGeom prst="roundRect">
            <a:avLst>
              <a:gd name="adj" fmla="val 20000"/>
            </a:avLst>
          </a:prstGeom>
          <a:solidFill>
            <a:srgbClr val="4CAF50"/>
          </a:solidFill>
          <a:ln w="0">
            <a:noFill/>
          </a:ln>
        </p:spPr>
        <p:txBody>
          <a:bodyPr wrap="none" lIns="0" tIns="0" rIns="0" bIns="0" rtlCol="0" anchor="ctr">
            <a:noAutofit/>
          </a:bodyPr>
          <a:lstStyle/>
          <a:p>
            <a:pPr algn="ctr"/>
            <a:r>
              <a:rPr lang="en-US" sz="1300" b="1">
                <a:solidFill>
                  <a:srgbClr val="121212"/>
                </a:solidFill>
              </a:rPr>
              <a:t>04</a:t>
            </a:r>
          </a:p>
        </p:txBody>
      </p:sp>
      <p:sp>
        <p:nvSpPr>
          <p:cNvPr id="213" name="TOC Title 4"/>
          <p:cNvSpPr/>
          <p:nvPr/>
        </p:nvSpPr>
        <p:spPr>
          <a:xfrm>
            <a:off x="1384300" y="4686300"/>
            <a:ext cx="3797300" cy="736600"/>
          </a:xfrm>
          <a:prstGeom prst="rect">
            <a:avLst/>
          </a:prstGeom>
          <a:noFill/>
        </p:spPr>
        <p:txBody>
          <a:bodyPr lIns="0" rIns="0" rtlCol="0" anchor="ctr">
            <a:normAutofit/>
          </a:bodyPr>
          <a:lstStyle/>
          <a:p>
            <a:pPr algn="l"/>
            <a:r>
              <a:rPr lang="en-US" sz="1500" err="1">
                <a:solidFill>
                  <a:srgbClr val="F0F0F0"/>
                </a:solidFill>
                <a:latin typeface="Aptos"/>
              </a:rPr>
              <a:t>Main Modules</a:t>
            </a:r>
          </a:p>
        </p:txBody>
      </p:sp>
      <p:sp>
        <p:nvSpPr>
          <p:cNvPr id="215" name="TOC Page 4"/>
          <p:cNvSpPr/>
          <p:nvPr/>
        </p:nvSpPr>
        <p:spPr>
          <a:xfrm>
            <a:off x="5257800" y="4686300"/>
            <a:ext cx="558800" cy="736600"/>
          </a:xfrm>
          <a:prstGeom prst="rect">
            <a:avLst/>
          </a:prstGeom>
          <a:noFill/>
        </p:spPr>
        <p:txBody>
          <a:bodyPr lIns="0" rIns="0" rtlCol="0" anchor="ctr">
            <a:noAutofit/>
          </a:bodyPr>
          <a:lstStyle/>
          <a:p>
            <a:pPr algn="r"/>
            <a:r>
              <a:rPr lang="en-US" sz="1400" b="1">
                <a:solidFill>
                  <a:srgbClr val="AAAAAA"/>
                </a:solidFill>
                <a:latin typeface="Aptos"/>
              </a:rPr>
              <a:t>8-15</a:t>
            </a:r>
          </a:p>
        </p:txBody>
      </p:sp>
      <p:sp>
        <p:nvSpPr>
          <p:cNvPr id="216" name="TOC Card 5"/>
          <p:cNvSpPr/>
          <p:nvPr/>
        </p:nvSpPr>
        <p:spPr>
          <a:xfrm>
            <a:off x="647700" y="5537200"/>
            <a:ext cx="5270500" cy="736600"/>
          </a:xfrm>
          <a:prstGeom prst="roundRect">
            <a:avLst>
              <a:gd name="adj" fmla="val 12000"/>
            </a:avLst>
          </a:prstGeom>
          <a:solidFill>
            <a:srgbClr val="2D2D2D"/>
          </a:solidFill>
          <a:ln w="0">
            <a:noFill/>
          </a:ln>
        </p:spPr>
        <p:txBody>
          <a:bodyPr/>
          <a:lstStyle/>
          <a:p>
            <a:endParaRPr/>
          </a:p>
        </p:txBody>
      </p:sp>
      <p:sp>
        <p:nvSpPr>
          <p:cNvPr id="218" name="TOC Badge 5"/>
          <p:cNvSpPr/>
          <p:nvPr/>
        </p:nvSpPr>
        <p:spPr>
          <a:xfrm>
            <a:off x="800100" y="5689600"/>
            <a:ext cx="431800" cy="431800"/>
          </a:xfrm>
          <a:prstGeom prst="roundRect">
            <a:avLst>
              <a:gd name="adj" fmla="val 20000"/>
            </a:avLst>
          </a:prstGeom>
          <a:solidFill>
            <a:srgbClr val="4CAF50"/>
          </a:solidFill>
          <a:ln w="0">
            <a:noFill/>
          </a:ln>
        </p:spPr>
        <p:txBody>
          <a:bodyPr wrap="none" lIns="0" tIns="0" rIns="0" bIns="0" rtlCol="0" anchor="ctr">
            <a:noAutofit/>
          </a:bodyPr>
          <a:lstStyle/>
          <a:p>
            <a:pPr algn="ctr"/>
            <a:r>
              <a:rPr lang="en-US" sz="1300" b="1">
                <a:solidFill>
                  <a:srgbClr val="121212"/>
                </a:solidFill>
              </a:rPr>
              <a:t>05</a:t>
            </a:r>
          </a:p>
        </p:txBody>
      </p:sp>
      <p:sp>
        <p:nvSpPr>
          <p:cNvPr id="217" name="TOC Title 5"/>
          <p:cNvSpPr/>
          <p:nvPr/>
        </p:nvSpPr>
        <p:spPr>
          <a:xfrm>
            <a:off x="1384300" y="5537200"/>
            <a:ext cx="3797300" cy="736600"/>
          </a:xfrm>
          <a:prstGeom prst="rect">
            <a:avLst/>
          </a:prstGeom>
          <a:noFill/>
        </p:spPr>
        <p:txBody>
          <a:bodyPr lIns="0" rIns="0" rtlCol="0" anchor="ctr">
            <a:normAutofit/>
          </a:bodyPr>
          <a:lstStyle/>
          <a:p>
            <a:pPr algn="l"/>
            <a:r>
              <a:rPr lang="en-US" sz="1500" err="1">
                <a:solidFill>
                  <a:srgbClr val="F0F0F0"/>
                </a:solidFill>
                <a:latin typeface="Aptos"/>
              </a:rPr>
              <a:t>Main Products</a:t>
            </a:r>
          </a:p>
        </p:txBody>
      </p:sp>
      <p:sp>
        <p:nvSpPr>
          <p:cNvPr id="219" name="TOC Page 5"/>
          <p:cNvSpPr/>
          <p:nvPr/>
        </p:nvSpPr>
        <p:spPr>
          <a:xfrm>
            <a:off x="5257800" y="5537200"/>
            <a:ext cx="558800" cy="736600"/>
          </a:xfrm>
          <a:prstGeom prst="rect">
            <a:avLst/>
          </a:prstGeom>
          <a:noFill/>
        </p:spPr>
        <p:txBody>
          <a:bodyPr lIns="0" rIns="0" rtlCol="0" anchor="ctr">
            <a:noAutofit/>
          </a:bodyPr>
          <a:lstStyle/>
          <a:p>
            <a:pPr algn="r"/>
            <a:r>
              <a:rPr lang="en-US" sz="1400" b="1" dirty="0">
                <a:solidFill>
                  <a:srgbClr val="AAAAAA"/>
                </a:solidFill>
                <a:latin typeface="Aptos"/>
              </a:rPr>
              <a:t>16-25</a:t>
            </a:r>
          </a:p>
        </p:txBody>
      </p:sp>
      <p:sp>
        <p:nvSpPr>
          <p:cNvPr id="220" name="TOC Card 6"/>
          <p:cNvSpPr/>
          <p:nvPr/>
        </p:nvSpPr>
        <p:spPr>
          <a:xfrm>
            <a:off x="6273800" y="2133600"/>
            <a:ext cx="5270500" cy="736600"/>
          </a:xfrm>
          <a:prstGeom prst="roundRect">
            <a:avLst>
              <a:gd name="adj" fmla="val 12000"/>
            </a:avLst>
          </a:prstGeom>
          <a:solidFill>
            <a:srgbClr val="2D2D2D"/>
          </a:solidFill>
          <a:ln w="0">
            <a:noFill/>
          </a:ln>
        </p:spPr>
        <p:txBody>
          <a:bodyPr/>
          <a:lstStyle/>
          <a:p>
            <a:endParaRPr/>
          </a:p>
        </p:txBody>
      </p:sp>
      <p:sp>
        <p:nvSpPr>
          <p:cNvPr id="222" name="TOC Badge 6"/>
          <p:cNvSpPr/>
          <p:nvPr/>
        </p:nvSpPr>
        <p:spPr>
          <a:xfrm>
            <a:off x="6426200" y="2286000"/>
            <a:ext cx="431800" cy="431800"/>
          </a:xfrm>
          <a:prstGeom prst="roundRect">
            <a:avLst>
              <a:gd name="adj" fmla="val 20000"/>
            </a:avLst>
          </a:prstGeom>
          <a:solidFill>
            <a:srgbClr val="4CAF50"/>
          </a:solidFill>
          <a:ln w="0">
            <a:noFill/>
          </a:ln>
        </p:spPr>
        <p:txBody>
          <a:bodyPr wrap="none" lIns="0" tIns="0" rIns="0" bIns="0" rtlCol="0" anchor="ctr">
            <a:noAutofit/>
          </a:bodyPr>
          <a:lstStyle/>
          <a:p>
            <a:pPr algn="ctr"/>
            <a:r>
              <a:rPr lang="en-US" sz="1300" b="1">
                <a:solidFill>
                  <a:srgbClr val="121212"/>
                </a:solidFill>
              </a:rPr>
              <a:t>06</a:t>
            </a:r>
          </a:p>
        </p:txBody>
      </p:sp>
      <p:sp>
        <p:nvSpPr>
          <p:cNvPr id="221" name="TOC Title 6"/>
          <p:cNvSpPr/>
          <p:nvPr/>
        </p:nvSpPr>
        <p:spPr>
          <a:xfrm>
            <a:off x="7010400" y="2133600"/>
            <a:ext cx="3797300" cy="736600"/>
          </a:xfrm>
          <a:prstGeom prst="rect">
            <a:avLst/>
          </a:prstGeom>
          <a:noFill/>
        </p:spPr>
        <p:txBody>
          <a:bodyPr lIns="0" rIns="0" rtlCol="0" anchor="ctr">
            <a:normAutofit/>
          </a:bodyPr>
          <a:lstStyle/>
          <a:p>
            <a:pPr algn="l"/>
            <a:r>
              <a:rPr lang="en-US" sz="1500" err="1">
                <a:solidFill>
                  <a:srgbClr val="F0F0F0"/>
                </a:solidFill>
                <a:latin typeface="Aptos"/>
              </a:rPr>
              <a:t>Requirements from Specification</a:t>
            </a:r>
          </a:p>
        </p:txBody>
      </p:sp>
      <p:sp>
        <p:nvSpPr>
          <p:cNvPr id="223" name="TOC Page 6"/>
          <p:cNvSpPr/>
          <p:nvPr/>
        </p:nvSpPr>
        <p:spPr>
          <a:xfrm>
            <a:off x="10883900" y="2133600"/>
            <a:ext cx="558800" cy="736600"/>
          </a:xfrm>
          <a:prstGeom prst="rect">
            <a:avLst/>
          </a:prstGeom>
          <a:noFill/>
        </p:spPr>
        <p:txBody>
          <a:bodyPr lIns="0" rIns="0" rtlCol="0" anchor="ctr">
            <a:noAutofit/>
          </a:bodyPr>
          <a:lstStyle/>
          <a:p>
            <a:pPr algn="r"/>
            <a:r>
              <a:rPr lang="en-US" sz="1400" b="1" dirty="0">
                <a:solidFill>
                  <a:srgbClr val="AAAAAA"/>
                </a:solidFill>
                <a:latin typeface="Aptos"/>
              </a:rPr>
              <a:t>26</a:t>
            </a:r>
          </a:p>
        </p:txBody>
      </p:sp>
      <p:sp>
        <p:nvSpPr>
          <p:cNvPr id="224" name="TOC Card 7"/>
          <p:cNvSpPr/>
          <p:nvPr/>
        </p:nvSpPr>
        <p:spPr>
          <a:xfrm>
            <a:off x="6273800" y="2984500"/>
            <a:ext cx="5270500" cy="736600"/>
          </a:xfrm>
          <a:prstGeom prst="roundRect">
            <a:avLst>
              <a:gd name="adj" fmla="val 12000"/>
            </a:avLst>
          </a:prstGeom>
          <a:solidFill>
            <a:srgbClr val="2D2D2D"/>
          </a:solidFill>
          <a:ln w="0">
            <a:noFill/>
          </a:ln>
        </p:spPr>
        <p:txBody>
          <a:bodyPr/>
          <a:lstStyle/>
          <a:p>
            <a:endParaRPr/>
          </a:p>
        </p:txBody>
      </p:sp>
      <p:sp>
        <p:nvSpPr>
          <p:cNvPr id="226" name="TOC Badge 7"/>
          <p:cNvSpPr/>
          <p:nvPr/>
        </p:nvSpPr>
        <p:spPr>
          <a:xfrm>
            <a:off x="6426200" y="3136900"/>
            <a:ext cx="431800" cy="431800"/>
          </a:xfrm>
          <a:prstGeom prst="roundRect">
            <a:avLst>
              <a:gd name="adj" fmla="val 20000"/>
            </a:avLst>
          </a:prstGeom>
          <a:solidFill>
            <a:srgbClr val="4CAF50"/>
          </a:solidFill>
          <a:ln w="0">
            <a:noFill/>
          </a:ln>
        </p:spPr>
        <p:txBody>
          <a:bodyPr wrap="none" lIns="0" tIns="0" rIns="0" bIns="0" rtlCol="0" anchor="ctr">
            <a:noAutofit/>
          </a:bodyPr>
          <a:lstStyle/>
          <a:p>
            <a:pPr algn="ctr"/>
            <a:r>
              <a:rPr lang="en-US" sz="1300" b="1">
                <a:solidFill>
                  <a:srgbClr val="121212"/>
                </a:solidFill>
              </a:rPr>
              <a:t>07</a:t>
            </a:r>
          </a:p>
        </p:txBody>
      </p:sp>
      <p:sp>
        <p:nvSpPr>
          <p:cNvPr id="225" name="TOC Title 7"/>
          <p:cNvSpPr/>
          <p:nvPr/>
        </p:nvSpPr>
        <p:spPr>
          <a:xfrm>
            <a:off x="7010400" y="2984500"/>
            <a:ext cx="3797300" cy="736600"/>
          </a:xfrm>
          <a:prstGeom prst="rect">
            <a:avLst/>
          </a:prstGeom>
          <a:noFill/>
        </p:spPr>
        <p:txBody>
          <a:bodyPr lIns="0" rIns="0" rtlCol="0" anchor="ctr">
            <a:normAutofit/>
          </a:bodyPr>
          <a:lstStyle/>
          <a:p>
            <a:pPr algn="l"/>
            <a:r>
              <a:rPr lang="en-US" sz="1500" err="1">
                <a:solidFill>
                  <a:srgbClr val="F0F0F0"/>
                </a:solidFill>
                <a:latin typeface="Aptos"/>
              </a:rPr>
              <a:t>Unexpected Problems</a:t>
            </a:r>
          </a:p>
        </p:txBody>
      </p:sp>
      <p:sp>
        <p:nvSpPr>
          <p:cNvPr id="227" name="TOC Page 7"/>
          <p:cNvSpPr/>
          <p:nvPr/>
        </p:nvSpPr>
        <p:spPr>
          <a:xfrm>
            <a:off x="10883900" y="2984500"/>
            <a:ext cx="558800" cy="736600"/>
          </a:xfrm>
          <a:prstGeom prst="rect">
            <a:avLst/>
          </a:prstGeom>
          <a:noFill/>
        </p:spPr>
        <p:txBody>
          <a:bodyPr lIns="0" rIns="0" rtlCol="0" anchor="ctr">
            <a:noAutofit/>
          </a:bodyPr>
          <a:lstStyle/>
          <a:p>
            <a:pPr algn="r"/>
            <a:r>
              <a:rPr lang="en-US" sz="1400" b="1" dirty="0">
                <a:solidFill>
                  <a:srgbClr val="AAAAAA"/>
                </a:solidFill>
                <a:latin typeface="Aptos"/>
              </a:rPr>
              <a:t>27</a:t>
            </a:r>
          </a:p>
        </p:txBody>
      </p:sp>
      <p:sp>
        <p:nvSpPr>
          <p:cNvPr id="228" name="TOC Card 8"/>
          <p:cNvSpPr/>
          <p:nvPr/>
        </p:nvSpPr>
        <p:spPr>
          <a:xfrm>
            <a:off x="6273800" y="3835400"/>
            <a:ext cx="5270500" cy="736600"/>
          </a:xfrm>
          <a:prstGeom prst="roundRect">
            <a:avLst>
              <a:gd name="adj" fmla="val 12000"/>
            </a:avLst>
          </a:prstGeom>
          <a:solidFill>
            <a:srgbClr val="2D2D2D"/>
          </a:solidFill>
          <a:ln w="0">
            <a:noFill/>
          </a:ln>
        </p:spPr>
        <p:txBody>
          <a:bodyPr/>
          <a:lstStyle/>
          <a:p>
            <a:endParaRPr/>
          </a:p>
        </p:txBody>
      </p:sp>
      <p:sp>
        <p:nvSpPr>
          <p:cNvPr id="230" name="TOC Badge 8"/>
          <p:cNvSpPr/>
          <p:nvPr/>
        </p:nvSpPr>
        <p:spPr>
          <a:xfrm>
            <a:off x="6426200" y="3987800"/>
            <a:ext cx="431800" cy="431800"/>
          </a:xfrm>
          <a:prstGeom prst="roundRect">
            <a:avLst>
              <a:gd name="adj" fmla="val 20000"/>
            </a:avLst>
          </a:prstGeom>
          <a:solidFill>
            <a:srgbClr val="4CAF50"/>
          </a:solidFill>
          <a:ln w="0">
            <a:noFill/>
          </a:ln>
        </p:spPr>
        <p:txBody>
          <a:bodyPr wrap="none" lIns="0" tIns="0" rIns="0" bIns="0" rtlCol="0" anchor="ctr">
            <a:noAutofit/>
          </a:bodyPr>
          <a:lstStyle/>
          <a:p>
            <a:pPr algn="ctr"/>
            <a:r>
              <a:rPr lang="en-US" sz="1300" b="1">
                <a:solidFill>
                  <a:srgbClr val="121212"/>
                </a:solidFill>
              </a:rPr>
              <a:t>08</a:t>
            </a:r>
          </a:p>
        </p:txBody>
      </p:sp>
      <p:sp>
        <p:nvSpPr>
          <p:cNvPr id="229" name="TOC Title 8"/>
          <p:cNvSpPr/>
          <p:nvPr/>
        </p:nvSpPr>
        <p:spPr>
          <a:xfrm>
            <a:off x="7010400" y="3835400"/>
            <a:ext cx="3797300" cy="736600"/>
          </a:xfrm>
          <a:prstGeom prst="rect">
            <a:avLst/>
          </a:prstGeom>
          <a:noFill/>
        </p:spPr>
        <p:txBody>
          <a:bodyPr lIns="0" rIns="0" rtlCol="0" anchor="ctr">
            <a:normAutofit/>
          </a:bodyPr>
          <a:lstStyle/>
          <a:p>
            <a:pPr algn="l"/>
            <a:r>
              <a:rPr lang="en-US" sz="1500" err="1">
                <a:solidFill>
                  <a:srgbClr val="F0F0F0"/>
                </a:solidFill>
                <a:latin typeface="Aptos"/>
              </a:rPr>
              <a:t>Coping &amp; Solving</a:t>
            </a:r>
          </a:p>
        </p:txBody>
      </p:sp>
      <p:sp>
        <p:nvSpPr>
          <p:cNvPr id="231" name="TOC Page 8"/>
          <p:cNvSpPr/>
          <p:nvPr/>
        </p:nvSpPr>
        <p:spPr>
          <a:xfrm>
            <a:off x="10883900" y="3835400"/>
            <a:ext cx="558800" cy="736600"/>
          </a:xfrm>
          <a:prstGeom prst="rect">
            <a:avLst/>
          </a:prstGeom>
          <a:noFill/>
        </p:spPr>
        <p:txBody>
          <a:bodyPr lIns="0" rIns="0" rtlCol="0" anchor="ctr">
            <a:noAutofit/>
          </a:bodyPr>
          <a:lstStyle/>
          <a:p>
            <a:pPr algn="r"/>
            <a:r>
              <a:rPr lang="en-US" sz="1400" b="1" dirty="0">
                <a:solidFill>
                  <a:srgbClr val="AAAAAA"/>
                </a:solidFill>
                <a:latin typeface="Aptos"/>
              </a:rPr>
              <a:t>28</a:t>
            </a:r>
          </a:p>
        </p:txBody>
      </p:sp>
      <p:sp>
        <p:nvSpPr>
          <p:cNvPr id="232" name="TOC Card 9"/>
          <p:cNvSpPr/>
          <p:nvPr/>
        </p:nvSpPr>
        <p:spPr>
          <a:xfrm>
            <a:off x="6273800" y="4686300"/>
            <a:ext cx="5270500" cy="736600"/>
          </a:xfrm>
          <a:prstGeom prst="roundRect">
            <a:avLst>
              <a:gd name="adj" fmla="val 12000"/>
            </a:avLst>
          </a:prstGeom>
          <a:solidFill>
            <a:srgbClr val="2D2D2D"/>
          </a:solidFill>
          <a:ln w="0">
            <a:noFill/>
          </a:ln>
        </p:spPr>
        <p:txBody>
          <a:bodyPr/>
          <a:lstStyle/>
          <a:p>
            <a:endParaRPr/>
          </a:p>
        </p:txBody>
      </p:sp>
      <p:sp>
        <p:nvSpPr>
          <p:cNvPr id="234" name="TOC Badge 9"/>
          <p:cNvSpPr/>
          <p:nvPr/>
        </p:nvSpPr>
        <p:spPr>
          <a:xfrm>
            <a:off x="6426200" y="4838700"/>
            <a:ext cx="431800" cy="431800"/>
          </a:xfrm>
          <a:prstGeom prst="roundRect">
            <a:avLst>
              <a:gd name="adj" fmla="val 20000"/>
            </a:avLst>
          </a:prstGeom>
          <a:solidFill>
            <a:srgbClr val="4CAF50"/>
          </a:solidFill>
          <a:ln w="0">
            <a:noFill/>
          </a:ln>
        </p:spPr>
        <p:txBody>
          <a:bodyPr wrap="none" lIns="0" tIns="0" rIns="0" bIns="0" rtlCol="0" anchor="ctr">
            <a:noAutofit/>
          </a:bodyPr>
          <a:lstStyle/>
          <a:p>
            <a:pPr algn="ctr"/>
            <a:r>
              <a:rPr lang="en-US" sz="1300" b="1">
                <a:solidFill>
                  <a:srgbClr val="121212"/>
                </a:solidFill>
              </a:rPr>
              <a:t>09</a:t>
            </a:r>
          </a:p>
        </p:txBody>
      </p:sp>
      <p:sp>
        <p:nvSpPr>
          <p:cNvPr id="233" name="TOC Title 9"/>
          <p:cNvSpPr/>
          <p:nvPr/>
        </p:nvSpPr>
        <p:spPr>
          <a:xfrm>
            <a:off x="7010400" y="4686300"/>
            <a:ext cx="3797300" cy="736600"/>
          </a:xfrm>
          <a:prstGeom prst="rect">
            <a:avLst/>
          </a:prstGeom>
          <a:noFill/>
        </p:spPr>
        <p:txBody>
          <a:bodyPr lIns="0" rIns="0" rtlCol="0" anchor="ctr">
            <a:normAutofit/>
          </a:bodyPr>
          <a:lstStyle/>
          <a:p>
            <a:pPr algn="l"/>
            <a:r>
              <a:rPr lang="en-US" sz="1500" err="1">
                <a:solidFill>
                  <a:srgbClr val="F0F0F0"/>
                </a:solidFill>
                <a:latin typeface="Aptos"/>
              </a:rPr>
              <a:t>Conclusions for Further Development</a:t>
            </a:r>
          </a:p>
        </p:txBody>
      </p:sp>
      <p:sp>
        <p:nvSpPr>
          <p:cNvPr id="235" name="TOC Page 9"/>
          <p:cNvSpPr/>
          <p:nvPr/>
        </p:nvSpPr>
        <p:spPr>
          <a:xfrm>
            <a:off x="10883900" y="4686300"/>
            <a:ext cx="558800" cy="736600"/>
          </a:xfrm>
          <a:prstGeom prst="rect">
            <a:avLst/>
          </a:prstGeom>
          <a:noFill/>
        </p:spPr>
        <p:txBody>
          <a:bodyPr lIns="0" rIns="0" rtlCol="0" anchor="ctr">
            <a:noAutofit/>
          </a:bodyPr>
          <a:lstStyle/>
          <a:p>
            <a:pPr algn="r"/>
            <a:r>
              <a:rPr lang="en-US" sz="1400" b="1" dirty="0">
                <a:solidFill>
                  <a:srgbClr val="AAAAAA"/>
                </a:solidFill>
                <a:latin typeface="Aptos"/>
              </a:rPr>
              <a:t>29</a:t>
            </a:r>
          </a:p>
        </p:txBody>
      </p:sp>
      <p:pic>
        <p:nvPicPr>
          <p:cNvPr id="14" name="תמונה 13">
            <a:extLst>
              <a:ext uri="{FF2B5EF4-FFF2-40B4-BE49-F238E27FC236}">
                <a16:creationId xmlns:a16="http://schemas.microsoft.com/office/drawing/2014/main" id="{ED9571D9-D390-7E0C-F1B9-024EB68FF204}"/>
              </a:ext>
            </a:extLst>
          </p:cNvPr>
          <p:cNvPicPr>
            <a:picLocks noChangeAspect="1"/>
          </p:cNvPicPr>
          <p:nvPr/>
        </p:nvPicPr>
        <p:blipFill>
          <a:blip r:embed="rId2"/>
          <a:stretch>
            <a:fillRect/>
          </a:stretch>
        </p:blipFill>
        <p:spPr>
          <a:xfrm>
            <a:off x="9314116" y="89323"/>
            <a:ext cx="2765658" cy="460943"/>
          </a:xfrm>
          <a:prstGeom prst="rect">
            <a:avLst/>
          </a:prstGeom>
        </p:spPr>
      </p:pic>
    </p:spTree>
    <p:extLst>
      <p:ext uri="{BB962C8B-B14F-4D97-AF65-F5344CB8AC3E}">
        <p14:creationId xmlns:p14="http://schemas.microsoft.com/office/powerpoint/2010/main" val="2820998003"/>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400" b="1" dirty="0">
                <a:solidFill>
                  <a:srgbClr val="4CAF50"/>
                </a:solidFill>
                <a:latin typeface="Aptos" panose="020B0004020202020204" pitchFamily="34" charset="0"/>
              </a:rPr>
              <a:t>Goal</a:t>
            </a:r>
          </a:p>
        </p:txBody>
      </p:sp>
      <p:sp>
        <p:nvSpPr>
          <p:cNvPr id="3" name="Content Placeholder 2"/>
          <p:cNvSpPr>
            <a:spLocks noGrp="1"/>
          </p:cNvSpPr>
          <p:nvPr>
            <p:ph idx="1"/>
          </p:nvPr>
        </p:nvSpPr>
        <p:spPr/>
        <p:txBody>
          <a:bodyPr>
            <a:normAutofit/>
          </a:bodyPr>
          <a:lstStyle/>
          <a:p>
            <a:pPr marL="0" indent="0" algn="l" rtl="0">
              <a:buNone/>
            </a:pPr>
            <a:r>
              <a:rPr lang="en-US" sz="1600" dirty="0">
                <a:solidFill>
                  <a:srgbClr val="F0F0F0"/>
                </a:solidFill>
                <a:latin typeface="Aptos" panose="020B0004020202020204" pitchFamily="34" charset="0"/>
              </a:rPr>
              <a:t>Creating a WEB-based system that provides an efficient solution for managing and monitoring watering zones and plants. The system helps teams maintain up-to-date area boundaries, plant status, watering details, photos, permissions, and activity history.</a:t>
            </a:r>
          </a:p>
        </p:txBody>
      </p:sp>
      <p:sp>
        <p:nvSpPr>
          <p:cNvPr id="300" name="GoalCard Area Boundaries"/>
          <p:cNvSpPr/>
          <p:nvPr/>
        </p:nvSpPr>
        <p:spPr>
          <a:xfrm>
            <a:off x="647700" y="3505200"/>
            <a:ext cx="3327400" cy="1320800"/>
          </a:xfrm>
          <a:prstGeom prst="roundRect">
            <a:avLst>
              <a:gd name="adj" fmla="val 8000"/>
            </a:avLst>
          </a:prstGeom>
          <a:solidFill>
            <a:srgbClr val="2D2D2D"/>
          </a:solidFill>
          <a:ln w="0">
            <a:noFill/>
          </a:ln>
        </p:spPr>
        <p:txBody>
          <a:bodyPr/>
          <a:lstStyle/>
          <a:p>
            <a:endParaRPr/>
          </a:p>
        </p:txBody>
      </p:sp>
      <p:sp>
        <p:nvSpPr>
          <p:cNvPr id="301" name="GoalLbl Area Boundaries"/>
          <p:cNvSpPr/>
          <p:nvPr/>
        </p:nvSpPr>
        <p:spPr>
          <a:xfrm>
            <a:off x="850900" y="4241800"/>
            <a:ext cx="2921000" cy="508000"/>
          </a:xfrm>
          <a:prstGeom prst="rect">
            <a:avLst/>
          </a:prstGeom>
          <a:noFill/>
        </p:spPr>
        <p:txBody>
          <a:bodyPr lIns="0" tIns="0" rIns="0" bIns="0" rtlCol="0" anchor="ctr">
            <a:noAutofit/>
          </a:bodyPr>
          <a:lstStyle/>
          <a:p>
            <a:pPr algn="l"/>
            <a:r>
              <a:rPr lang="en-US" sz="1600" b="1" err="1">
                <a:solidFill>
                  <a:srgbClr val="F0F0F0"/>
                </a:solidFill>
                <a:latin typeface="Aptos"/>
              </a:rPr>
              <a:t>Area Boundaries</a:t>
            </a:r>
          </a:p>
        </p:txBody>
      </p:sp>
      <p:sp>
        <p:nvSpPr>
          <p:cNvPr id="302" name="GoalCard Plant Status"/>
          <p:cNvSpPr/>
          <p:nvPr/>
        </p:nvSpPr>
        <p:spPr>
          <a:xfrm>
            <a:off x="4432300" y="3505200"/>
            <a:ext cx="3327400" cy="1320800"/>
          </a:xfrm>
          <a:prstGeom prst="roundRect">
            <a:avLst>
              <a:gd name="adj" fmla="val 8000"/>
            </a:avLst>
          </a:prstGeom>
          <a:solidFill>
            <a:srgbClr val="2D2D2D"/>
          </a:solidFill>
          <a:ln w="0">
            <a:noFill/>
          </a:ln>
        </p:spPr>
        <p:txBody>
          <a:bodyPr/>
          <a:lstStyle/>
          <a:p>
            <a:endParaRPr/>
          </a:p>
        </p:txBody>
      </p:sp>
      <p:sp>
        <p:nvSpPr>
          <p:cNvPr id="303" name="GoalLbl Plant Status"/>
          <p:cNvSpPr/>
          <p:nvPr/>
        </p:nvSpPr>
        <p:spPr>
          <a:xfrm>
            <a:off x="4635500" y="4241800"/>
            <a:ext cx="2921000" cy="508000"/>
          </a:xfrm>
          <a:prstGeom prst="rect">
            <a:avLst/>
          </a:prstGeom>
          <a:noFill/>
        </p:spPr>
        <p:txBody>
          <a:bodyPr lIns="0" tIns="0" rIns="0" bIns="0" rtlCol="0" anchor="ctr">
            <a:noAutofit/>
          </a:bodyPr>
          <a:lstStyle/>
          <a:p>
            <a:pPr algn="l"/>
            <a:r>
              <a:rPr lang="en-US" sz="1600" b="1" err="1">
                <a:solidFill>
                  <a:srgbClr val="F0F0F0"/>
                </a:solidFill>
                <a:latin typeface="Aptos"/>
              </a:rPr>
              <a:t>Plant Status</a:t>
            </a:r>
          </a:p>
        </p:txBody>
      </p:sp>
      <p:sp>
        <p:nvSpPr>
          <p:cNvPr id="304" name="GoalCard Watering Details"/>
          <p:cNvSpPr/>
          <p:nvPr/>
        </p:nvSpPr>
        <p:spPr>
          <a:xfrm>
            <a:off x="8216900" y="3505200"/>
            <a:ext cx="3327400" cy="1320800"/>
          </a:xfrm>
          <a:prstGeom prst="roundRect">
            <a:avLst>
              <a:gd name="adj" fmla="val 8000"/>
            </a:avLst>
          </a:prstGeom>
          <a:solidFill>
            <a:srgbClr val="2D2D2D"/>
          </a:solidFill>
          <a:ln w="0">
            <a:noFill/>
          </a:ln>
        </p:spPr>
        <p:txBody>
          <a:bodyPr/>
          <a:lstStyle/>
          <a:p>
            <a:endParaRPr/>
          </a:p>
        </p:txBody>
      </p:sp>
      <p:sp>
        <p:nvSpPr>
          <p:cNvPr id="305" name="GoalLbl Watering Details"/>
          <p:cNvSpPr/>
          <p:nvPr/>
        </p:nvSpPr>
        <p:spPr>
          <a:xfrm>
            <a:off x="8420100" y="4241800"/>
            <a:ext cx="2921000" cy="508000"/>
          </a:xfrm>
          <a:prstGeom prst="rect">
            <a:avLst/>
          </a:prstGeom>
          <a:noFill/>
        </p:spPr>
        <p:txBody>
          <a:bodyPr lIns="0" tIns="0" rIns="0" bIns="0" rtlCol="0" anchor="ctr">
            <a:noAutofit/>
          </a:bodyPr>
          <a:lstStyle/>
          <a:p>
            <a:pPr algn="l"/>
            <a:r>
              <a:rPr lang="en-US" sz="1600" b="1" err="1">
                <a:solidFill>
                  <a:srgbClr val="F0F0F0"/>
                </a:solidFill>
                <a:latin typeface="Aptos"/>
              </a:rPr>
              <a:t>Watering Details</a:t>
            </a:r>
          </a:p>
        </p:txBody>
      </p:sp>
      <p:sp>
        <p:nvSpPr>
          <p:cNvPr id="306" name="GoalCard Photos"/>
          <p:cNvSpPr/>
          <p:nvPr/>
        </p:nvSpPr>
        <p:spPr>
          <a:xfrm>
            <a:off x="647700" y="5003800"/>
            <a:ext cx="3327400" cy="1320800"/>
          </a:xfrm>
          <a:prstGeom prst="roundRect">
            <a:avLst>
              <a:gd name="adj" fmla="val 8000"/>
            </a:avLst>
          </a:prstGeom>
          <a:solidFill>
            <a:srgbClr val="2D2D2D"/>
          </a:solidFill>
          <a:ln w="0">
            <a:noFill/>
          </a:ln>
        </p:spPr>
        <p:txBody>
          <a:bodyPr/>
          <a:lstStyle/>
          <a:p>
            <a:endParaRPr/>
          </a:p>
        </p:txBody>
      </p:sp>
      <p:sp>
        <p:nvSpPr>
          <p:cNvPr id="307" name="GoalLbl Photos"/>
          <p:cNvSpPr/>
          <p:nvPr/>
        </p:nvSpPr>
        <p:spPr>
          <a:xfrm>
            <a:off x="850900" y="5740400"/>
            <a:ext cx="2921000" cy="508000"/>
          </a:xfrm>
          <a:prstGeom prst="rect">
            <a:avLst/>
          </a:prstGeom>
          <a:noFill/>
        </p:spPr>
        <p:txBody>
          <a:bodyPr lIns="0" tIns="0" rIns="0" bIns="0" rtlCol="0" anchor="ctr">
            <a:noAutofit/>
          </a:bodyPr>
          <a:lstStyle/>
          <a:p>
            <a:pPr algn="l"/>
            <a:r>
              <a:rPr lang="en-US" sz="1600" b="1" err="1">
                <a:solidFill>
                  <a:srgbClr val="F0F0F0"/>
                </a:solidFill>
                <a:latin typeface="Aptos"/>
              </a:rPr>
              <a:t>Photos</a:t>
            </a:r>
          </a:p>
        </p:txBody>
      </p:sp>
      <p:sp>
        <p:nvSpPr>
          <p:cNvPr id="308" name="GoalCard Permissions"/>
          <p:cNvSpPr/>
          <p:nvPr/>
        </p:nvSpPr>
        <p:spPr>
          <a:xfrm>
            <a:off x="4432300" y="5003800"/>
            <a:ext cx="3327400" cy="1320800"/>
          </a:xfrm>
          <a:prstGeom prst="roundRect">
            <a:avLst>
              <a:gd name="adj" fmla="val 8000"/>
            </a:avLst>
          </a:prstGeom>
          <a:solidFill>
            <a:srgbClr val="2D2D2D"/>
          </a:solidFill>
          <a:ln w="0">
            <a:noFill/>
          </a:ln>
        </p:spPr>
        <p:txBody>
          <a:bodyPr/>
          <a:lstStyle/>
          <a:p>
            <a:endParaRPr/>
          </a:p>
        </p:txBody>
      </p:sp>
      <p:sp>
        <p:nvSpPr>
          <p:cNvPr id="309" name="GoalLbl Permissions"/>
          <p:cNvSpPr/>
          <p:nvPr/>
        </p:nvSpPr>
        <p:spPr>
          <a:xfrm>
            <a:off x="4635500" y="5740400"/>
            <a:ext cx="2921000" cy="508000"/>
          </a:xfrm>
          <a:prstGeom prst="rect">
            <a:avLst/>
          </a:prstGeom>
          <a:noFill/>
        </p:spPr>
        <p:txBody>
          <a:bodyPr lIns="0" tIns="0" rIns="0" bIns="0" rtlCol="0" anchor="ctr">
            <a:noAutofit/>
          </a:bodyPr>
          <a:lstStyle/>
          <a:p>
            <a:pPr algn="l"/>
            <a:r>
              <a:rPr lang="en-US" sz="1600" b="1" err="1">
                <a:solidFill>
                  <a:srgbClr val="F0F0F0"/>
                </a:solidFill>
                <a:latin typeface="Aptos"/>
              </a:rPr>
              <a:t>Permissions</a:t>
            </a:r>
          </a:p>
        </p:txBody>
      </p:sp>
      <p:sp>
        <p:nvSpPr>
          <p:cNvPr id="310" name="GoalCard Activity History"/>
          <p:cNvSpPr/>
          <p:nvPr/>
        </p:nvSpPr>
        <p:spPr>
          <a:xfrm>
            <a:off x="8216900" y="5003800"/>
            <a:ext cx="3327400" cy="1320800"/>
          </a:xfrm>
          <a:prstGeom prst="roundRect">
            <a:avLst>
              <a:gd name="adj" fmla="val 8000"/>
            </a:avLst>
          </a:prstGeom>
          <a:solidFill>
            <a:srgbClr val="2D2D2D"/>
          </a:solidFill>
          <a:ln w="0">
            <a:noFill/>
          </a:ln>
        </p:spPr>
        <p:txBody>
          <a:bodyPr/>
          <a:lstStyle/>
          <a:p>
            <a:endParaRPr/>
          </a:p>
        </p:txBody>
      </p:sp>
      <p:sp>
        <p:nvSpPr>
          <p:cNvPr id="311" name="GoalLbl Activity History"/>
          <p:cNvSpPr/>
          <p:nvPr/>
        </p:nvSpPr>
        <p:spPr>
          <a:xfrm>
            <a:off x="8420100" y="5740400"/>
            <a:ext cx="2921000" cy="508000"/>
          </a:xfrm>
          <a:prstGeom prst="rect">
            <a:avLst/>
          </a:prstGeom>
          <a:noFill/>
        </p:spPr>
        <p:txBody>
          <a:bodyPr lIns="0" tIns="0" rIns="0" bIns="0" rtlCol="0" anchor="ctr">
            <a:noAutofit/>
          </a:bodyPr>
          <a:lstStyle/>
          <a:p>
            <a:pPr algn="l"/>
            <a:r>
              <a:rPr lang="en-US" sz="1600" b="1" err="1">
                <a:solidFill>
                  <a:srgbClr val="F0F0F0"/>
                </a:solidFill>
                <a:latin typeface="Aptos"/>
              </a:rPr>
              <a:t>Activity History</a:t>
            </a:r>
          </a:p>
        </p:txBody>
      </p:sp>
      <p:pic>
        <p:nvPicPr>
          <p:cNvPr id="312" name="Graphic 312" descr="Area boundaries"/>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50900" y="3708400"/>
            <a:ext cx="431800" cy="431800"/>
          </a:xfrm>
          <a:prstGeom prst="rect">
            <a:avLst/>
          </a:prstGeom>
        </p:spPr>
      </p:pic>
      <p:pic>
        <p:nvPicPr>
          <p:cNvPr id="313" name="Graphic 313" descr="Plant status"/>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35500" y="3708400"/>
            <a:ext cx="431800" cy="431800"/>
          </a:xfrm>
          <a:prstGeom prst="rect">
            <a:avLst/>
          </a:prstGeom>
        </p:spPr>
      </p:pic>
      <p:pic>
        <p:nvPicPr>
          <p:cNvPr id="314" name="Graphic 314" descr="Photo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0900" y="5207000"/>
            <a:ext cx="431800" cy="431800"/>
          </a:xfrm>
          <a:prstGeom prst="rect">
            <a:avLst/>
          </a:prstGeom>
        </p:spPr>
      </p:pic>
      <p:pic>
        <p:nvPicPr>
          <p:cNvPr id="315" name="Graphic 315" descr="Permissions"/>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35500" y="5207000"/>
            <a:ext cx="431800" cy="431800"/>
          </a:xfrm>
          <a:prstGeom prst="rect">
            <a:avLst/>
          </a:prstGeom>
        </p:spPr>
      </p:pic>
      <p:pic>
        <p:nvPicPr>
          <p:cNvPr id="316" name="Graphic 316" descr="Activity history"/>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420100" y="5207000"/>
            <a:ext cx="431800" cy="431800"/>
          </a:xfrm>
          <a:prstGeom prst="rect">
            <a:avLst/>
          </a:prstGeom>
        </p:spPr>
      </p:pic>
      <p:pic>
        <p:nvPicPr>
          <p:cNvPr id="317" name="Graphic 317" descr="Watering details"/>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20100" y="3708400"/>
            <a:ext cx="431800" cy="431800"/>
          </a:xfrm>
          <a:prstGeom prst="rect">
            <a:avLst/>
          </a:prstGeom>
        </p:spPr>
      </p:pic>
      <p:sp>
        <p:nvSpPr>
          <p:cNvPr id="6" name="Rectangle 3">
            <a:extLst>
              <a:ext uri="{FF2B5EF4-FFF2-40B4-BE49-F238E27FC236}">
                <a16:creationId xmlns:a16="http://schemas.microsoft.com/office/drawing/2014/main" id="{AC0C98CB-9B81-2613-2CAB-DA6315141F3E}"/>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תמונה 6">
            <a:extLst>
              <a:ext uri="{FF2B5EF4-FFF2-40B4-BE49-F238E27FC236}">
                <a16:creationId xmlns:a16="http://schemas.microsoft.com/office/drawing/2014/main" id="{D481CD35-B70B-C572-376C-75AEB14664E7}"/>
              </a:ext>
            </a:extLst>
          </p:cNvPr>
          <p:cNvPicPr>
            <a:picLocks noChangeAspect="1"/>
          </p:cNvPicPr>
          <p:nvPr/>
        </p:nvPicPr>
        <p:blipFill>
          <a:blip r:embed="rId8"/>
          <a:stretch>
            <a:fillRect/>
          </a:stretch>
        </p:blipFill>
        <p:spPr>
          <a:xfrm>
            <a:off x="9314116" y="89323"/>
            <a:ext cx="2765658" cy="460943"/>
          </a:xfrm>
          <a:prstGeom prst="rect">
            <a:avLst/>
          </a:prstGeom>
        </p:spPr>
      </p:pic>
    </p:spTree>
    <p:extLst>
      <p:ext uri="{BB962C8B-B14F-4D97-AF65-F5344CB8AC3E}">
        <p14:creationId xmlns:p14="http://schemas.microsoft.com/office/powerpoint/2010/main" val="29798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BodyPanel">
            <a:extLst>
              <a:ext uri="{FF2B5EF4-FFF2-40B4-BE49-F238E27FC236}">
                <a16:creationId xmlns:a16="http://schemas.microsoft.com/office/drawing/2014/main" id="{78AACFDE-D832-471D-8192-9DC5BDA27EAA}"/>
              </a:ext>
            </a:extLst>
          </p:cNvPr>
          <p:cNvSpPr/>
          <p:nvPr/>
        </p:nvSpPr>
        <p:spPr>
          <a:xfrm>
            <a:off x="647700" y="1778000"/>
            <a:ext cx="10896600" cy="4508500"/>
          </a:xfrm>
          <a:prstGeom prst="roundRect">
            <a:avLst/>
          </a:prstGeom>
          <a:solidFill>
            <a:srgbClr val="2D2D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1" anchor="t"/>
          <a:lstStyle/>
          <a:p>
            <a:pPr algn="l"/>
            <a:endParaRPr lang="he-IL"/>
          </a:p>
        </p:txBody>
      </p:sp>
      <p:sp>
        <p:nvSpPr>
          <p:cNvPr id="2" name="כותרת 1">
            <a:extLst>
              <a:ext uri="{FF2B5EF4-FFF2-40B4-BE49-F238E27FC236}">
                <a16:creationId xmlns:a16="http://schemas.microsoft.com/office/drawing/2014/main" id="{DB7B912D-9A6D-A9BF-91AB-871D867ACCFD}"/>
              </a:ext>
            </a:extLst>
          </p:cNvPr>
          <p:cNvSpPr>
            <a:spLocks noGrp="1"/>
          </p:cNvSpPr>
          <p:nvPr>
            <p:ph type="title"/>
          </p:nvPr>
        </p:nvSpPr>
        <p:spPr/>
        <p:txBody>
          <a:bodyPr/>
          <a:lstStyle/>
          <a:p>
            <a:pPr algn="l"/>
            <a:r>
              <a:rPr lang="en-US" sz="3400" dirty="0">
                <a:solidFill>
                  <a:srgbClr val="4CAF50"/>
                </a:solidFill>
                <a:latin typeface="Aptos" panose="020B0004020202020204" pitchFamily="34" charset="0"/>
              </a:rPr>
              <a:t>Existing Technologies and Market Solutions</a:t>
            </a:r>
            <a:endParaRPr lang="he-IL" sz="3400" dirty="0" err="1">
              <a:solidFill>
                <a:srgbClr val="4CAF50"/>
              </a:solidFill>
              <a:latin typeface="Aptos" panose="020B0004020202020204" pitchFamily="34" charset="0"/>
            </a:endParaRPr>
          </a:p>
        </p:txBody>
      </p:sp>
      <p:sp>
        <p:nvSpPr>
          <p:cNvPr id="3" name="מציין מיקום תוכן 2">
            <a:extLst>
              <a:ext uri="{FF2B5EF4-FFF2-40B4-BE49-F238E27FC236}">
                <a16:creationId xmlns:a16="http://schemas.microsoft.com/office/drawing/2014/main" id="{16882DCD-04A6-245A-2A66-4868702E4BC6}"/>
              </a:ext>
            </a:extLst>
          </p:cNvPr>
          <p:cNvSpPr>
            <a:spLocks noGrp="1"/>
          </p:cNvSpPr>
          <p:nvPr>
            <p:ph idx="1"/>
          </p:nvPr>
        </p:nvSpPr>
        <p:spPr>
          <a:xfrm>
            <a:off x="915202" y="2141537"/>
            <a:ext cx="10515600" cy="4351338"/>
          </a:xfrm>
        </p:spPr>
        <p:txBody>
          <a:bodyPr>
            <a:normAutofit/>
          </a:bodyPr>
          <a:lstStyle/>
          <a:p>
            <a:pPr marL="0" indent="0" algn="l" rtl="0">
              <a:buNone/>
            </a:pPr>
            <a:r>
              <a:rPr lang="en-US" sz="1600" b="1" u="sng" dirty="0">
                <a:solidFill>
                  <a:srgbClr val="F0F0F0"/>
                </a:solidFill>
                <a:latin typeface="Aptos" panose="020B0004020202020204" pitchFamily="34" charset="0"/>
              </a:rPr>
              <a:t>International Solutions</a:t>
            </a:r>
          </a:p>
          <a:p>
            <a:pPr algn="l" rtl="0">
              <a:buFont typeface="+mj-lt"/>
              <a:buAutoNum type="arabicPeriod"/>
            </a:pPr>
            <a:r>
              <a:rPr lang="en-US" sz="1600" dirty="0">
                <a:solidFill>
                  <a:srgbClr val="F0F0F0"/>
                </a:solidFill>
                <a:latin typeface="Aptos" panose="020B0004020202020204" pitchFamily="34" charset="0"/>
              </a:rPr>
              <a:t>Netafim Digital Farming – smart irrigation monitoring and control for agricultural sites.</a:t>
            </a:r>
          </a:p>
          <a:p>
            <a:pPr algn="l" rtl="0">
              <a:buFont typeface="+mj-lt"/>
              <a:buAutoNum type="arabicPeriod"/>
            </a:pPr>
            <a:r>
              <a:rPr lang="en-US" sz="1600" dirty="0" err="1">
                <a:solidFill>
                  <a:srgbClr val="F0F0F0"/>
                </a:solidFill>
                <a:latin typeface="Aptos" panose="020B0004020202020204" pitchFamily="34" charset="0"/>
              </a:rPr>
              <a:t>HydroPoint</a:t>
            </a:r>
            <a:r>
              <a:rPr lang="en-US" sz="1600" dirty="0">
                <a:solidFill>
                  <a:srgbClr val="F0F0F0"/>
                </a:solidFill>
                <a:latin typeface="Aptos" panose="020B0004020202020204" pitchFamily="34" charset="0"/>
              </a:rPr>
              <a:t> </a:t>
            </a:r>
            <a:r>
              <a:rPr lang="en-US" sz="1600" dirty="0" err="1">
                <a:solidFill>
                  <a:srgbClr val="F0F0F0"/>
                </a:solidFill>
                <a:latin typeface="Aptos" panose="020B0004020202020204" pitchFamily="34" charset="0"/>
              </a:rPr>
              <a:t>WeatherTRAK</a:t>
            </a:r>
            <a:r>
              <a:rPr lang="en-US" sz="1600" dirty="0">
                <a:solidFill>
                  <a:srgbClr val="F0F0F0"/>
                </a:solidFill>
                <a:latin typeface="Aptos" panose="020B0004020202020204" pitchFamily="34" charset="0"/>
              </a:rPr>
              <a:t> – weather-based irrigation management for landscapes and municipalities.</a:t>
            </a:r>
          </a:p>
          <a:p>
            <a:pPr algn="l" rtl="0">
              <a:buFont typeface="+mj-lt"/>
              <a:buAutoNum type="arabicPeriod"/>
            </a:pPr>
            <a:r>
              <a:rPr lang="en-US" sz="1600" dirty="0" err="1">
                <a:solidFill>
                  <a:srgbClr val="F0F0F0"/>
                </a:solidFill>
                <a:latin typeface="Aptos" panose="020B0004020202020204" pitchFamily="34" charset="0"/>
              </a:rPr>
              <a:t>ThingsBoard</a:t>
            </a:r>
            <a:r>
              <a:rPr lang="en-US" sz="1600" dirty="0">
                <a:solidFill>
                  <a:srgbClr val="F0F0F0"/>
                </a:solidFill>
                <a:latin typeface="Aptos" panose="020B0004020202020204" pitchFamily="34" charset="0"/>
              </a:rPr>
              <a:t> Smart Farming – IoT dashboard for sensors, telemetry, and field monitoring.</a:t>
            </a:r>
          </a:p>
          <a:p>
            <a:pPr algn="l" rtl="0">
              <a:buFont typeface="+mj-lt"/>
              <a:buAutoNum type="arabicPeriod"/>
            </a:pPr>
            <a:r>
              <a:rPr lang="en-US" sz="1600" dirty="0">
                <a:solidFill>
                  <a:srgbClr val="F0F0F0"/>
                </a:solidFill>
                <a:latin typeface="Aptos" panose="020B0004020202020204" pitchFamily="34" charset="0"/>
              </a:rPr>
              <a:t>Open-source GIS / Leaflet – web mapping technology for drawing areas and viewing field assets.</a:t>
            </a:r>
          </a:p>
          <a:p>
            <a:pPr marL="0" indent="0" algn="l" rtl="0">
              <a:buNone/>
            </a:pPr>
            <a:r>
              <a:rPr lang="en-US" sz="1600" b="1" u="sng" dirty="0">
                <a:solidFill>
                  <a:srgbClr val="F0F0F0"/>
                </a:solidFill>
                <a:latin typeface="Aptos" panose="020B0004020202020204" pitchFamily="34" charset="0"/>
              </a:rPr>
              <a:t>Israeli Solutions:</a:t>
            </a:r>
          </a:p>
          <a:p>
            <a:pPr algn="l" rtl="0">
              <a:buFont typeface="+mj-lt"/>
              <a:buAutoNum type="arabicPeriod"/>
            </a:pPr>
            <a:r>
              <a:rPr lang="en-US" sz="1600" dirty="0">
                <a:solidFill>
                  <a:srgbClr val="F0F0F0"/>
                </a:solidFill>
                <a:latin typeface="Aptos" panose="020B0004020202020204" pitchFamily="34" charset="0"/>
              </a:rPr>
              <a:t>Netafim – Israeli drip-irrigation and precision agriculture technology.</a:t>
            </a:r>
          </a:p>
          <a:p>
            <a:pPr algn="l" rtl="0">
              <a:buFont typeface="+mj-lt"/>
              <a:buAutoNum type="arabicPeriod"/>
            </a:pPr>
            <a:r>
              <a:rPr lang="en-US" sz="1600" dirty="0" err="1">
                <a:solidFill>
                  <a:srgbClr val="F0F0F0"/>
                </a:solidFill>
                <a:latin typeface="Aptos" panose="020B0004020202020204" pitchFamily="34" charset="0"/>
              </a:rPr>
              <a:t>SupPlant</a:t>
            </a:r>
            <a:r>
              <a:rPr lang="en-US" sz="1600" dirty="0">
                <a:solidFill>
                  <a:srgbClr val="F0F0F0"/>
                </a:solidFill>
                <a:latin typeface="Aptos" panose="020B0004020202020204" pitchFamily="34" charset="0"/>
              </a:rPr>
              <a:t> – Israeli sensor-based irrigation recommendations for crops and orchards.</a:t>
            </a:r>
          </a:p>
          <a:p>
            <a:pPr algn="l" rtl="0">
              <a:buFont typeface="+mj-lt"/>
              <a:buAutoNum type="arabicPeriod"/>
            </a:pPr>
            <a:r>
              <a:rPr lang="en-US" sz="1600" dirty="0">
                <a:solidFill>
                  <a:srgbClr val="F0F0F0"/>
                </a:solidFill>
                <a:latin typeface="Aptos" panose="020B0004020202020204" pitchFamily="34" charset="0"/>
              </a:rPr>
              <a:t>CropX – Israeli soil intelligence platform for irrigation and agronomic decisions.</a:t>
            </a:r>
            <a:endParaRPr lang="he-IL" sz="1600" dirty="0" err="1">
              <a:solidFill>
                <a:srgbClr val="F0F0F0"/>
              </a:solidFill>
              <a:latin typeface="Aptos" panose="020B0004020202020204" pitchFamily="34" charset="0"/>
            </a:endParaRPr>
          </a:p>
        </p:txBody>
      </p:sp>
      <p:pic>
        <p:nvPicPr>
          <p:cNvPr id="5" name="תמונה 4">
            <a:extLst>
              <a:ext uri="{FF2B5EF4-FFF2-40B4-BE49-F238E27FC236}">
                <a16:creationId xmlns:a16="http://schemas.microsoft.com/office/drawing/2014/main" id="{250EC629-FB5D-600B-BBEB-FDE052421BA0}"/>
              </a:ext>
            </a:extLst>
          </p:cNvPr>
          <p:cNvPicPr>
            <a:picLocks noChangeAspect="1"/>
          </p:cNvPicPr>
          <p:nvPr/>
        </p:nvPicPr>
        <p:blipFill>
          <a:blip r:embed="rId2"/>
          <a:stretch>
            <a:fillRect/>
          </a:stretch>
        </p:blipFill>
        <p:spPr>
          <a:xfrm>
            <a:off x="9314116" y="89323"/>
            <a:ext cx="2765658" cy="460943"/>
          </a:xfrm>
          <a:prstGeom prst="rect">
            <a:avLst/>
          </a:prstGeom>
        </p:spPr>
      </p:pic>
      <p:sp>
        <p:nvSpPr>
          <p:cNvPr id="4" name="Rectangle 3">
            <a:extLst>
              <a:ext uri="{FF2B5EF4-FFF2-40B4-BE49-F238E27FC236}">
                <a16:creationId xmlns:a16="http://schemas.microsoft.com/office/drawing/2014/main" id="{373D7A99-4A25-3DEF-26E7-6A17FE470D23}"/>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6618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BodyPanel">
            <a:extLst>
              <a:ext uri="{FF2B5EF4-FFF2-40B4-BE49-F238E27FC236}">
                <a16:creationId xmlns:a16="http://schemas.microsoft.com/office/drawing/2014/main" id="{9E3F3BB7-B6D7-460E-AE07-407E23D24A34}"/>
              </a:ext>
            </a:extLst>
          </p:cNvPr>
          <p:cNvSpPr/>
          <p:nvPr/>
        </p:nvSpPr>
        <p:spPr>
          <a:xfrm>
            <a:off x="647700" y="1778000"/>
            <a:ext cx="10896600" cy="4508500"/>
          </a:xfrm>
          <a:prstGeom prst="roundRect">
            <a:avLst/>
          </a:prstGeom>
          <a:solidFill>
            <a:srgbClr val="2D2D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1" anchor="t"/>
          <a:lstStyle/>
          <a:p>
            <a:pPr algn="l"/>
            <a:endParaRPr lang="he-IL"/>
          </a:p>
        </p:txBody>
      </p:sp>
      <p:sp>
        <p:nvSpPr>
          <p:cNvPr id="2" name="Title 1"/>
          <p:cNvSpPr>
            <a:spLocks noGrp="1"/>
          </p:cNvSpPr>
          <p:nvPr>
            <p:ph type="title"/>
          </p:nvPr>
        </p:nvSpPr>
        <p:spPr/>
        <p:txBody>
          <a:bodyPr/>
          <a:lstStyle/>
          <a:p>
            <a:pPr algn="l"/>
            <a:r>
              <a:rPr lang="en-US" sz="3400" dirty="0">
                <a:solidFill>
                  <a:srgbClr val="4CAF50"/>
                </a:solidFill>
                <a:latin typeface="Aptos" panose="020B0004020202020204" pitchFamily="34" charset="0"/>
              </a:rPr>
              <a:t>Main Processes</a:t>
            </a:r>
            <a:endParaRPr sz="3400" dirty="0">
              <a:solidFill>
                <a:srgbClr val="4CAF50"/>
              </a:solidFill>
              <a:latin typeface="Aptos" panose="020B0004020202020204" pitchFamily="34" charset="0"/>
            </a:endParaRPr>
          </a:p>
        </p:txBody>
      </p:sp>
      <p:sp>
        <p:nvSpPr>
          <p:cNvPr id="3" name="Content Placeholder 2"/>
          <p:cNvSpPr>
            <a:spLocks noGrp="1"/>
          </p:cNvSpPr>
          <p:nvPr>
            <p:ph idx="1"/>
          </p:nvPr>
        </p:nvSpPr>
        <p:spPr>
          <a:xfrm>
            <a:off x="905577" y="2003536"/>
            <a:ext cx="10515600" cy="4351338"/>
          </a:xfrm>
        </p:spPr>
        <p:txBody>
          <a:bodyPr>
            <a:normAutofit/>
          </a:bodyPr>
          <a:lstStyle/>
          <a:p>
            <a:pPr marL="0" indent="0" algn="l" rtl="0">
              <a:buNone/>
            </a:pPr>
            <a:r>
              <a:rPr lang="en-US" sz="1600" b="1" u="sng" dirty="0">
                <a:solidFill>
                  <a:srgbClr val="F0F0F0"/>
                </a:solidFill>
                <a:latin typeface="Aptos" panose="020B0004020202020204" pitchFamily="34" charset="0"/>
              </a:rPr>
              <a:t>Task Management</a:t>
            </a:r>
          </a:p>
          <a:p>
            <a:pPr marL="457200" indent="-457200" algn="l" rtl="0">
              <a:buFont typeface="+mj-lt"/>
              <a:buAutoNum type="arabicPeriod"/>
            </a:pPr>
            <a:r>
              <a:rPr lang="en-US" sz="1600" dirty="0">
                <a:solidFill>
                  <a:srgbClr val="F0F0F0"/>
                </a:solidFill>
                <a:latin typeface="Aptos" panose="020B0004020202020204" pitchFamily="34" charset="0"/>
              </a:rPr>
              <a:t>System users register, log in, and manage watering areas directly from the interactive map.</a:t>
            </a:r>
          </a:p>
          <a:p>
            <a:pPr marL="457200" indent="-457200" algn="l" rtl="0">
              <a:buFont typeface="+mj-lt"/>
              <a:buAutoNum type="arabicPeriod"/>
            </a:pPr>
            <a:r>
              <a:rPr lang="en-US" sz="1600" dirty="0">
                <a:solidFill>
                  <a:srgbClr val="F0F0F0"/>
                </a:solidFill>
                <a:latin typeface="Aptos" panose="020B0004020202020204" pitchFamily="34" charset="0"/>
              </a:rPr>
              <a:t>Users can define new areas as rectangles or polygons, add plants inside those areas, and upload reference photos.</a:t>
            </a:r>
          </a:p>
          <a:p>
            <a:pPr marL="0" indent="0" algn="l" rtl="0">
              <a:buNone/>
            </a:pPr>
            <a:r>
              <a:rPr lang="en-US" sz="1600" b="1" u="sng" dirty="0">
                <a:solidFill>
                  <a:srgbClr val="F0F0F0"/>
                </a:solidFill>
                <a:latin typeface="Aptos" panose="020B0004020202020204" pitchFamily="34" charset="0"/>
              </a:rPr>
              <a:t>Task Execution</a:t>
            </a:r>
          </a:p>
          <a:p>
            <a:pPr marL="457200" indent="-457200" algn="l" rtl="0">
              <a:buFont typeface="+mj-lt"/>
              <a:buAutoNum type="arabicPeriod"/>
            </a:pPr>
            <a:r>
              <a:rPr lang="en-US" sz="1600" dirty="0">
                <a:solidFill>
                  <a:srgbClr val="F0F0F0"/>
                </a:solidFill>
                <a:latin typeface="Aptos" panose="020B0004020202020204" pitchFamily="34" charset="0"/>
              </a:rPr>
              <a:t>When adding or editing plants, the system checks that the plant location is inside a valid area.</a:t>
            </a:r>
          </a:p>
          <a:p>
            <a:pPr marL="457200" indent="-457200" algn="l" rtl="0">
              <a:buFont typeface="+mj-lt"/>
              <a:buAutoNum type="arabicPeriod"/>
            </a:pPr>
            <a:r>
              <a:rPr lang="en-US" sz="1600" dirty="0">
                <a:solidFill>
                  <a:srgbClr val="F0F0F0"/>
                </a:solidFill>
                <a:latin typeface="Aptos" panose="020B0004020202020204" pitchFamily="34" charset="0"/>
              </a:rPr>
              <a:t>Data is validated before saving, including coordinates, watering frequency, volume, and plant status.</a:t>
            </a:r>
          </a:p>
          <a:p>
            <a:pPr marL="457200" indent="-457200" algn="l" rtl="0">
              <a:buFont typeface="+mj-lt"/>
              <a:buAutoNum type="arabicPeriod"/>
            </a:pPr>
            <a:r>
              <a:rPr lang="en-US" sz="1600" dirty="0">
                <a:solidFill>
                  <a:srgbClr val="F0F0F0"/>
                </a:solidFill>
                <a:latin typeface="Aptos" panose="020B0004020202020204" pitchFamily="34" charset="0"/>
              </a:rPr>
              <a:t>Each database action triggers an audit entry that records who made the change.</a:t>
            </a:r>
          </a:p>
          <a:p>
            <a:pPr marL="0" indent="0" algn="l" rtl="0">
              <a:buNone/>
            </a:pPr>
            <a:r>
              <a:rPr lang="en-US" sz="1600" b="1" u="sng" dirty="0">
                <a:solidFill>
                  <a:srgbClr val="F0F0F0"/>
                </a:solidFill>
                <a:latin typeface="Aptos" panose="020B0004020202020204" pitchFamily="34" charset="0"/>
              </a:rPr>
              <a:t>Mission Completion</a:t>
            </a:r>
          </a:p>
          <a:p>
            <a:pPr marL="457200" indent="-457200" algn="l" rtl="0">
              <a:buFont typeface="+mj-lt"/>
              <a:buAutoNum type="arabicPeriod"/>
            </a:pPr>
            <a:r>
              <a:rPr lang="en-US" sz="1600" dirty="0">
                <a:solidFill>
                  <a:srgbClr val="F0F0F0"/>
                </a:solidFill>
                <a:latin typeface="Aptos" panose="020B0004020202020204" pitchFamily="34" charset="0"/>
              </a:rPr>
              <a:t>After creation or update, the dashboard refreshes the map and database data.</a:t>
            </a:r>
          </a:p>
          <a:p>
            <a:pPr marL="457200" indent="-457200" algn="l" rtl="0">
              <a:buFont typeface="+mj-lt"/>
              <a:buAutoNum type="arabicPeriod"/>
            </a:pPr>
            <a:r>
              <a:rPr lang="en-US" sz="1600" dirty="0">
                <a:solidFill>
                  <a:srgbClr val="F0F0F0"/>
                </a:solidFill>
                <a:latin typeface="Aptos" panose="020B0004020202020204" pitchFamily="34" charset="0"/>
              </a:rPr>
              <a:t>The audit log keeps all create, update, delete, and login actions visible through the activity pages.</a:t>
            </a:r>
          </a:p>
        </p:txBody>
      </p:sp>
      <p:pic>
        <p:nvPicPr>
          <p:cNvPr id="5" name="תמונה 4">
            <a:extLst>
              <a:ext uri="{FF2B5EF4-FFF2-40B4-BE49-F238E27FC236}">
                <a16:creationId xmlns:a16="http://schemas.microsoft.com/office/drawing/2014/main" id="{FFF29168-2B9E-6E33-1821-24221A8563E4}"/>
              </a:ext>
            </a:extLst>
          </p:cNvPr>
          <p:cNvPicPr>
            <a:picLocks noChangeAspect="1"/>
          </p:cNvPicPr>
          <p:nvPr/>
        </p:nvPicPr>
        <p:blipFill>
          <a:blip r:embed="rId3"/>
          <a:stretch>
            <a:fillRect/>
          </a:stretch>
        </p:blipFill>
        <p:spPr>
          <a:xfrm>
            <a:off x="9314116" y="89323"/>
            <a:ext cx="2765658" cy="460943"/>
          </a:xfrm>
          <a:prstGeom prst="rect">
            <a:avLst/>
          </a:prstGeom>
        </p:spPr>
      </p:pic>
      <p:sp>
        <p:nvSpPr>
          <p:cNvPr id="4" name="Rectangle 3">
            <a:extLst>
              <a:ext uri="{FF2B5EF4-FFF2-40B4-BE49-F238E27FC236}">
                <a16:creationId xmlns:a16="http://schemas.microsoft.com/office/drawing/2014/main" id="{D6013C00-66BA-692A-3446-887AAAC3FEB9}"/>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3427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354C7-DDA7-0520-5B8E-56033EFD16CA}"/>
            </a:ext>
          </a:extLst>
        </p:cNvPr>
        <p:cNvGrpSpPr/>
        <p:nvPr/>
      </p:nvGrpSpPr>
      <p:grpSpPr>
        <a:xfrm>
          <a:off x="0" y="0"/>
          <a:ext cx="0" cy="0"/>
          <a:chOff x="0" y="0"/>
          <a:chExt cx="0" cy="0"/>
        </a:xfrm>
      </p:grpSpPr>
      <p:sp>
        <p:nvSpPr>
          <p:cNvPr id="7" name="BodyPanel">
            <a:extLst>
              <a:ext uri="{FF2B5EF4-FFF2-40B4-BE49-F238E27FC236}">
                <a16:creationId xmlns:a16="http://schemas.microsoft.com/office/drawing/2014/main" id="{EDC5B3EB-3792-4509-9D3A-9B38B5F47EE7}"/>
              </a:ext>
            </a:extLst>
          </p:cNvPr>
          <p:cNvSpPr/>
          <p:nvPr/>
        </p:nvSpPr>
        <p:spPr>
          <a:xfrm>
            <a:off x="647700" y="1778000"/>
            <a:ext cx="10896600" cy="4508500"/>
          </a:xfrm>
          <a:prstGeom prst="roundRect">
            <a:avLst/>
          </a:prstGeom>
          <a:solidFill>
            <a:srgbClr val="2D2D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1" anchor="t"/>
          <a:lstStyle/>
          <a:p>
            <a:pPr algn="l"/>
            <a:endParaRPr lang="he-IL"/>
          </a:p>
        </p:txBody>
      </p:sp>
      <p:sp>
        <p:nvSpPr>
          <p:cNvPr id="2" name="כותרת 1">
            <a:extLst>
              <a:ext uri="{FF2B5EF4-FFF2-40B4-BE49-F238E27FC236}">
                <a16:creationId xmlns:a16="http://schemas.microsoft.com/office/drawing/2014/main" id="{BCF1800F-C086-5BAB-8A45-B6EEBD835F51}"/>
              </a:ext>
            </a:extLst>
          </p:cNvPr>
          <p:cNvSpPr>
            <a:spLocks noGrp="1"/>
          </p:cNvSpPr>
          <p:nvPr>
            <p:ph type="title"/>
          </p:nvPr>
        </p:nvSpPr>
        <p:spPr/>
        <p:txBody>
          <a:bodyPr/>
          <a:lstStyle/>
          <a:p>
            <a:pPr algn="l"/>
            <a:r>
              <a:rPr lang="en-US" sz="3400" err="1">
                <a:solidFill>
                  <a:srgbClr val="4CAF50"/>
                </a:solidFill>
                <a:latin typeface="Aptos" panose="020B0004020202020204" pitchFamily="34" charset="0"/>
              </a:rPr>
              <a:t>Main Processes</a:t>
            </a:r>
            <a:endParaRPr lang="he-IL" sz="3400" dirty="0" err="1">
              <a:solidFill>
                <a:srgbClr val="4CAF50"/>
              </a:solidFill>
              <a:latin typeface="Aptos" panose="020B0004020202020204" pitchFamily="34" charset="0"/>
            </a:endParaRPr>
          </a:p>
        </p:txBody>
      </p:sp>
      <p:sp>
        <p:nvSpPr>
          <p:cNvPr id="3" name="מציין מיקום תוכן 2">
            <a:extLst>
              <a:ext uri="{FF2B5EF4-FFF2-40B4-BE49-F238E27FC236}">
                <a16:creationId xmlns:a16="http://schemas.microsoft.com/office/drawing/2014/main" id="{432265ED-53EF-79E9-030D-8B5D16BE5D54}"/>
              </a:ext>
            </a:extLst>
          </p:cNvPr>
          <p:cNvSpPr>
            <a:spLocks noGrp="1"/>
          </p:cNvSpPr>
          <p:nvPr>
            <p:ph idx="1"/>
          </p:nvPr>
        </p:nvSpPr>
        <p:spPr>
          <a:xfrm>
            <a:off x="915202" y="2022787"/>
            <a:ext cx="10515600" cy="4351338"/>
          </a:xfrm>
        </p:spPr>
        <p:txBody>
          <a:bodyPr>
            <a:normAutofit/>
          </a:bodyPr>
          <a:lstStyle/>
          <a:p>
            <a:pPr marL="0" indent="0" algn="l" rtl="0">
              <a:buNone/>
            </a:pPr>
            <a:r>
              <a:rPr lang="en-US" sz="1600" b="1" u="sng" dirty="0">
                <a:solidFill>
                  <a:srgbClr val="F0F0F0"/>
                </a:solidFill>
                <a:latin typeface="Aptos" panose="020B0004020202020204" pitchFamily="34" charset="0"/>
              </a:rPr>
              <a:t>1. User Process</a:t>
            </a:r>
          </a:p>
          <a:p>
            <a:pPr marL="358775" indent="-179388" algn="l" rtl="0"/>
            <a:r>
              <a:rPr lang="en-US" sz="1600" dirty="0">
                <a:solidFill>
                  <a:srgbClr val="F0F0F0"/>
                </a:solidFill>
                <a:latin typeface="Aptos" panose="020B0004020202020204" pitchFamily="34" charset="0"/>
              </a:rPr>
              <a:t>Users register with a verified 9-digit ID and log in securely.</a:t>
            </a:r>
          </a:p>
          <a:p>
            <a:pPr marL="358775" indent="-179388" algn="l" rtl="0"/>
            <a:r>
              <a:rPr lang="en-US" sz="1600" dirty="0">
                <a:solidFill>
                  <a:srgbClr val="F0F0F0"/>
                </a:solidFill>
                <a:latin typeface="Aptos" panose="020B0004020202020204" pitchFamily="34" charset="0"/>
              </a:rPr>
              <a:t>The system validates credentials, stores the user session, and logs important activity.</a:t>
            </a:r>
          </a:p>
          <a:p>
            <a:pPr marL="358775" indent="-179388" algn="l" rtl="0"/>
            <a:r>
              <a:rPr lang="en-US" sz="1600" dirty="0">
                <a:solidFill>
                  <a:srgbClr val="F0F0F0"/>
                </a:solidFill>
                <a:latin typeface="Aptos" panose="020B0004020202020204" pitchFamily="34" charset="0"/>
              </a:rPr>
              <a:t>Role-based access controls determine what the user can view or edit.</a:t>
            </a:r>
          </a:p>
          <a:p>
            <a:pPr marL="0" indent="0" algn="l" rtl="0">
              <a:buNone/>
            </a:pPr>
            <a:r>
              <a:rPr lang="en-US" sz="1600" b="1" u="sng" dirty="0">
                <a:solidFill>
                  <a:srgbClr val="F0F0F0"/>
                </a:solidFill>
                <a:latin typeface="Aptos" panose="020B0004020202020204" pitchFamily="34" charset="0"/>
              </a:rPr>
              <a:t>2. Area Management Process</a:t>
            </a:r>
          </a:p>
          <a:p>
            <a:pPr marL="358775" indent="-179388" algn="l" rtl="0"/>
            <a:r>
              <a:rPr lang="en-US" sz="1600" dirty="0">
                <a:solidFill>
                  <a:srgbClr val="F0F0F0"/>
                </a:solidFill>
                <a:latin typeface="Aptos" panose="020B0004020202020204" pitchFamily="34" charset="0"/>
              </a:rPr>
              <a:t>Users draw watering areas on the map using rectangle or polygon boundaries.</a:t>
            </a:r>
          </a:p>
          <a:p>
            <a:pPr marL="358775" indent="-179388" algn="l" rtl="0"/>
            <a:r>
              <a:rPr lang="en-US" sz="1600" dirty="0">
                <a:solidFill>
                  <a:srgbClr val="F0F0F0"/>
                </a:solidFill>
                <a:latin typeface="Aptos" panose="020B0004020202020204" pitchFamily="34" charset="0"/>
              </a:rPr>
              <a:t>The system stores boundary coordinates and prevents invalid updates.</a:t>
            </a:r>
          </a:p>
          <a:p>
            <a:pPr marL="358775" indent="-179388" algn="l" rtl="0"/>
            <a:r>
              <a:rPr lang="en-US" sz="1600" dirty="0">
                <a:solidFill>
                  <a:srgbClr val="F0F0F0"/>
                </a:solidFill>
                <a:latin typeface="Aptos" panose="020B0004020202020204" pitchFamily="34" charset="0"/>
              </a:rPr>
              <a:t>Area managers can assign users to areas with read, update, or area-manager permissions.</a:t>
            </a:r>
          </a:p>
          <a:p>
            <a:pPr marL="0" indent="0" algn="l" rtl="0">
              <a:buNone/>
            </a:pPr>
            <a:r>
              <a:rPr lang="en-US" sz="1600" b="1" u="sng" dirty="0">
                <a:solidFill>
                  <a:srgbClr val="F0F0F0"/>
                </a:solidFill>
                <a:latin typeface="Aptos" panose="020B0004020202020204" pitchFamily="34" charset="0"/>
              </a:rPr>
              <a:t>3. Plant Management Process</a:t>
            </a:r>
          </a:p>
          <a:p>
            <a:pPr marL="358775" indent="-179388" algn="l" rtl="0"/>
            <a:r>
              <a:rPr lang="en-US" sz="1600" dirty="0">
                <a:solidFill>
                  <a:srgbClr val="F0F0F0"/>
                </a:solidFill>
                <a:latin typeface="Aptos" panose="020B0004020202020204" pitchFamily="34" charset="0"/>
              </a:rPr>
              <a:t>Plants are placed inside defined areas using map coordinates or image coordinates.</a:t>
            </a:r>
          </a:p>
          <a:p>
            <a:pPr marL="358775" indent="-179388" algn="l" rtl="0"/>
            <a:r>
              <a:rPr lang="en-US" sz="1600" dirty="0">
                <a:solidFill>
                  <a:srgbClr val="F0F0F0"/>
                </a:solidFill>
                <a:latin typeface="Aptos" panose="020B0004020202020204" pitchFamily="34" charset="0"/>
              </a:rPr>
              <a:t>The system validates the plant position and stores watering frequency, volume, health status, and notes.</a:t>
            </a:r>
          </a:p>
          <a:p>
            <a:pPr marL="358775" indent="-179388" algn="l" rtl="0"/>
            <a:r>
              <a:rPr lang="en-US" sz="1600" dirty="0">
                <a:solidFill>
                  <a:srgbClr val="F0F0F0"/>
                </a:solidFill>
                <a:latin typeface="Aptos" panose="020B0004020202020204" pitchFamily="34" charset="0"/>
              </a:rPr>
              <a:t>Users can edit or delete plants when they have the correct permission.</a:t>
            </a:r>
            <a:endParaRPr lang="he-IL" sz="1600" dirty="0" err="1">
              <a:solidFill>
                <a:srgbClr val="F0F0F0"/>
              </a:solidFill>
              <a:latin typeface="Aptos" panose="020B0004020202020204" pitchFamily="34" charset="0"/>
            </a:endParaRPr>
          </a:p>
        </p:txBody>
      </p:sp>
      <p:pic>
        <p:nvPicPr>
          <p:cNvPr id="6" name="תמונה 5">
            <a:extLst>
              <a:ext uri="{FF2B5EF4-FFF2-40B4-BE49-F238E27FC236}">
                <a16:creationId xmlns:a16="http://schemas.microsoft.com/office/drawing/2014/main" id="{97CA8EED-D895-488E-CAEA-BEE56390EEE6}"/>
              </a:ext>
            </a:extLst>
          </p:cNvPr>
          <p:cNvPicPr>
            <a:picLocks noChangeAspect="1"/>
          </p:cNvPicPr>
          <p:nvPr/>
        </p:nvPicPr>
        <p:blipFill>
          <a:blip r:embed="rId2"/>
          <a:stretch>
            <a:fillRect/>
          </a:stretch>
        </p:blipFill>
        <p:spPr>
          <a:xfrm>
            <a:off x="9314116" y="89323"/>
            <a:ext cx="2765658" cy="460943"/>
          </a:xfrm>
          <a:prstGeom prst="rect">
            <a:avLst/>
          </a:prstGeom>
        </p:spPr>
      </p:pic>
      <p:sp>
        <p:nvSpPr>
          <p:cNvPr id="5" name="Rectangle 3">
            <a:extLst>
              <a:ext uri="{FF2B5EF4-FFF2-40B4-BE49-F238E27FC236}">
                <a16:creationId xmlns:a16="http://schemas.microsoft.com/office/drawing/2014/main" id="{71CEE653-C8D4-9423-CE17-B1517ACE8C6D}"/>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3587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BodyPanel">
            <a:extLst>
              <a:ext uri="{FF2B5EF4-FFF2-40B4-BE49-F238E27FC236}">
                <a16:creationId xmlns:a16="http://schemas.microsoft.com/office/drawing/2014/main" id="{4607C758-C6F4-447C-BDB0-1A4073959C9C}"/>
              </a:ext>
            </a:extLst>
          </p:cNvPr>
          <p:cNvSpPr/>
          <p:nvPr/>
        </p:nvSpPr>
        <p:spPr>
          <a:xfrm>
            <a:off x="647700" y="1778000"/>
            <a:ext cx="10896600" cy="4508500"/>
          </a:xfrm>
          <a:prstGeom prst="roundRect">
            <a:avLst/>
          </a:prstGeom>
          <a:solidFill>
            <a:srgbClr val="2D2D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1" anchor="t"/>
          <a:lstStyle/>
          <a:p>
            <a:pPr algn="l"/>
            <a:endParaRPr lang="he-IL"/>
          </a:p>
        </p:txBody>
      </p:sp>
      <p:sp>
        <p:nvSpPr>
          <p:cNvPr id="2" name="כותרת 1">
            <a:extLst>
              <a:ext uri="{FF2B5EF4-FFF2-40B4-BE49-F238E27FC236}">
                <a16:creationId xmlns:a16="http://schemas.microsoft.com/office/drawing/2014/main" id="{992ECF56-D119-5958-B899-90F27E2B21CB}"/>
              </a:ext>
            </a:extLst>
          </p:cNvPr>
          <p:cNvSpPr>
            <a:spLocks noGrp="1"/>
          </p:cNvSpPr>
          <p:nvPr>
            <p:ph type="title"/>
          </p:nvPr>
        </p:nvSpPr>
        <p:spPr/>
        <p:txBody>
          <a:bodyPr/>
          <a:lstStyle/>
          <a:p>
            <a:pPr algn="l"/>
            <a:r>
              <a:rPr lang="en-US" sz="3400" err="1">
                <a:solidFill>
                  <a:srgbClr val="4CAF50"/>
                </a:solidFill>
                <a:latin typeface="Aptos" panose="020B0004020202020204" pitchFamily="34" charset="0"/>
              </a:rPr>
              <a:t>Main Processes</a:t>
            </a:r>
            <a:endParaRPr lang="he-IL" sz="3400" dirty="0" err="1">
              <a:solidFill>
                <a:srgbClr val="4CAF50"/>
              </a:solidFill>
              <a:latin typeface="Aptos" panose="020B0004020202020204" pitchFamily="34" charset="0"/>
            </a:endParaRPr>
          </a:p>
        </p:txBody>
      </p:sp>
      <p:sp>
        <p:nvSpPr>
          <p:cNvPr id="3" name="מציין מיקום תוכן 2">
            <a:extLst>
              <a:ext uri="{FF2B5EF4-FFF2-40B4-BE49-F238E27FC236}">
                <a16:creationId xmlns:a16="http://schemas.microsoft.com/office/drawing/2014/main" id="{A8226E05-BD30-0F9F-F226-30276083AEC3}"/>
              </a:ext>
            </a:extLst>
          </p:cNvPr>
          <p:cNvSpPr>
            <a:spLocks noGrp="1"/>
          </p:cNvSpPr>
          <p:nvPr>
            <p:ph idx="1"/>
          </p:nvPr>
        </p:nvSpPr>
        <p:spPr>
          <a:xfrm>
            <a:off x="838200" y="2129456"/>
            <a:ext cx="10515600" cy="4351338"/>
          </a:xfrm>
        </p:spPr>
        <p:txBody>
          <a:bodyPr>
            <a:normAutofit/>
          </a:bodyPr>
          <a:lstStyle/>
          <a:p>
            <a:pPr marL="0" indent="0" algn="l" rtl="0">
              <a:buNone/>
            </a:pPr>
            <a:r>
              <a:rPr lang="en-US" sz="1600" b="1" u="sng" dirty="0">
                <a:solidFill>
                  <a:srgbClr val="F0F0F0"/>
                </a:solidFill>
                <a:latin typeface="Aptos" panose="020B0004020202020204" pitchFamily="34" charset="0"/>
              </a:rPr>
              <a:t>4. Photo Management Process</a:t>
            </a:r>
          </a:p>
          <a:p>
            <a:pPr marL="358775" indent="-179388" algn="l" rtl="0"/>
            <a:r>
              <a:rPr lang="en-US" sz="1600" dirty="0">
                <a:solidFill>
                  <a:srgbClr val="F0F0F0"/>
                </a:solidFill>
                <a:latin typeface="Aptos" panose="020B0004020202020204" pitchFamily="34" charset="0"/>
              </a:rPr>
              <a:t>Areas support photo uploads for image-based workspaces and field documentation.</a:t>
            </a:r>
          </a:p>
          <a:p>
            <a:pPr marL="358775" indent="-179388" algn="l" rtl="0"/>
            <a:r>
              <a:rPr lang="en-US" sz="1600" dirty="0">
                <a:solidFill>
                  <a:srgbClr val="F0F0F0"/>
                </a:solidFill>
                <a:latin typeface="Aptos" panose="020B0004020202020204" pitchFamily="34" charset="0"/>
              </a:rPr>
              <a:t>Files are stored under the local uploads directory and linked to the area record.</a:t>
            </a:r>
          </a:p>
          <a:p>
            <a:pPr marL="358775" indent="-179388" algn="l" rtl="0"/>
            <a:r>
              <a:rPr lang="en-US" sz="1600" dirty="0">
                <a:solidFill>
                  <a:srgbClr val="F0F0F0"/>
                </a:solidFill>
                <a:latin typeface="Aptos" panose="020B0004020202020204" pitchFamily="34" charset="0"/>
              </a:rPr>
              <a:t>Image dimensions are saved so plant coordinates can be checked inside the uploaded image.</a:t>
            </a:r>
          </a:p>
          <a:p>
            <a:pPr marL="0" indent="0" algn="l" rtl="0">
              <a:buNone/>
            </a:pPr>
            <a:r>
              <a:rPr lang="en-US" sz="1600" b="1" u="sng" dirty="0">
                <a:solidFill>
                  <a:srgbClr val="F0F0F0"/>
                </a:solidFill>
                <a:latin typeface="Aptos" panose="020B0004020202020204" pitchFamily="34" charset="0"/>
              </a:rPr>
              <a:t>5. Audit &amp; Notification Process</a:t>
            </a:r>
          </a:p>
          <a:p>
            <a:pPr marL="358775" indent="-179388" algn="l" rtl="0"/>
            <a:r>
              <a:rPr lang="en-US" sz="1600" dirty="0">
                <a:solidFill>
                  <a:srgbClr val="F0F0F0"/>
                </a:solidFill>
                <a:latin typeface="Aptos" panose="020B0004020202020204" pitchFamily="34" charset="0"/>
              </a:rPr>
              <a:t>Every significant system event is recorded in the </a:t>
            </a:r>
            <a:r>
              <a:rPr lang="en-US" sz="1600" dirty="0" err="1">
                <a:solidFill>
                  <a:srgbClr val="F0F0F0"/>
                </a:solidFill>
                <a:latin typeface="Aptos" panose="020B0004020202020204" pitchFamily="34" charset="0"/>
              </a:rPr>
              <a:t>audit_log</a:t>
            </a:r>
            <a:r>
              <a:rPr lang="en-US" sz="1600" dirty="0">
                <a:solidFill>
                  <a:srgbClr val="F0F0F0"/>
                </a:solidFill>
                <a:latin typeface="Aptos" panose="020B0004020202020204" pitchFamily="34" charset="0"/>
              </a:rPr>
              <a:t> table.</a:t>
            </a:r>
          </a:p>
          <a:p>
            <a:pPr marL="358775" indent="-179388" algn="l" rtl="0"/>
            <a:r>
              <a:rPr lang="en-US" sz="1600" dirty="0">
                <a:solidFill>
                  <a:srgbClr val="F0F0F0"/>
                </a:solidFill>
                <a:latin typeface="Aptos" panose="020B0004020202020204" pitchFamily="34" charset="0"/>
              </a:rPr>
              <a:t>The activity and notification pages display these records with user, action, entity, and time details.</a:t>
            </a:r>
          </a:p>
          <a:p>
            <a:pPr marL="358775" indent="-179388" algn="l" rtl="0"/>
            <a:r>
              <a:rPr lang="en-US" sz="1600" dirty="0">
                <a:solidFill>
                  <a:srgbClr val="F0F0F0"/>
                </a:solidFill>
                <a:latin typeface="Aptos" panose="020B0004020202020204" pitchFamily="34" charset="0"/>
              </a:rPr>
              <a:t>This gives administrators and area managers clear operational visibility.</a:t>
            </a:r>
            <a:endParaRPr lang="he-IL" sz="1600" dirty="0" err="1">
              <a:solidFill>
                <a:srgbClr val="F0F0F0"/>
              </a:solidFill>
              <a:latin typeface="Aptos" panose="020B0004020202020204" pitchFamily="34" charset="0"/>
            </a:endParaRPr>
          </a:p>
        </p:txBody>
      </p:sp>
      <p:pic>
        <p:nvPicPr>
          <p:cNvPr id="6" name="תמונה 5">
            <a:extLst>
              <a:ext uri="{FF2B5EF4-FFF2-40B4-BE49-F238E27FC236}">
                <a16:creationId xmlns:a16="http://schemas.microsoft.com/office/drawing/2014/main" id="{1F0B7337-6BBD-435E-C592-A023E6BEDFC9}"/>
              </a:ext>
            </a:extLst>
          </p:cNvPr>
          <p:cNvPicPr>
            <a:picLocks noChangeAspect="1"/>
          </p:cNvPicPr>
          <p:nvPr/>
        </p:nvPicPr>
        <p:blipFill>
          <a:blip r:embed="rId2"/>
          <a:stretch>
            <a:fillRect/>
          </a:stretch>
        </p:blipFill>
        <p:spPr>
          <a:xfrm>
            <a:off x="9314116" y="89323"/>
            <a:ext cx="2765658" cy="460943"/>
          </a:xfrm>
          <a:prstGeom prst="rect">
            <a:avLst/>
          </a:prstGeom>
        </p:spPr>
      </p:pic>
      <p:sp>
        <p:nvSpPr>
          <p:cNvPr id="5" name="Rectangle 3">
            <a:extLst>
              <a:ext uri="{FF2B5EF4-FFF2-40B4-BE49-F238E27FC236}">
                <a16:creationId xmlns:a16="http://schemas.microsoft.com/office/drawing/2014/main" id="{7A9CD5F6-D11A-8DB4-72FD-22432A5815A4}"/>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7349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BodyPanel">
            <a:extLst>
              <a:ext uri="{FF2B5EF4-FFF2-40B4-BE49-F238E27FC236}">
                <a16:creationId xmlns:a16="http://schemas.microsoft.com/office/drawing/2014/main" id="{3BB11A20-0E11-412A-B3B9-3BE2B0EA5167}"/>
              </a:ext>
            </a:extLst>
          </p:cNvPr>
          <p:cNvSpPr/>
          <p:nvPr/>
        </p:nvSpPr>
        <p:spPr>
          <a:xfrm>
            <a:off x="647700" y="1778000"/>
            <a:ext cx="10896600" cy="4508500"/>
          </a:xfrm>
          <a:prstGeom prst="roundRect">
            <a:avLst/>
          </a:prstGeom>
          <a:solidFill>
            <a:srgbClr val="2D2D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1" anchor="t"/>
          <a:lstStyle/>
          <a:p>
            <a:pPr algn="l"/>
            <a:endParaRPr lang="he-IL"/>
          </a:p>
        </p:txBody>
      </p:sp>
      <p:sp>
        <p:nvSpPr>
          <p:cNvPr id="2" name="Title 1"/>
          <p:cNvSpPr>
            <a:spLocks noGrp="1"/>
          </p:cNvSpPr>
          <p:nvPr>
            <p:ph type="title"/>
          </p:nvPr>
        </p:nvSpPr>
        <p:spPr/>
        <p:txBody>
          <a:bodyPr/>
          <a:lstStyle/>
          <a:p>
            <a:pPr algn="l"/>
            <a:r>
              <a:rPr lang="en-US" sz="3400" err="1">
                <a:solidFill>
                  <a:srgbClr val="4CAF50"/>
                </a:solidFill>
                <a:latin typeface="Aptos" panose="020B0004020202020204" pitchFamily="34" charset="0"/>
              </a:rPr>
              <a:t>Main Modules</a:t>
            </a:r>
            <a:endParaRPr sz="3400" dirty="0" err="1">
              <a:solidFill>
                <a:srgbClr val="4CAF50"/>
              </a:solidFill>
              <a:latin typeface="Aptos" panose="020B0004020202020204" pitchFamily="34" charset="0"/>
            </a:endParaRPr>
          </a:p>
        </p:txBody>
      </p:sp>
      <p:sp>
        <p:nvSpPr>
          <p:cNvPr id="3" name="Content Placeholder 2"/>
          <p:cNvSpPr>
            <a:spLocks noGrp="1"/>
          </p:cNvSpPr>
          <p:nvPr>
            <p:ph idx="1"/>
          </p:nvPr>
        </p:nvSpPr>
        <p:spPr>
          <a:xfrm>
            <a:off x="838200" y="1996367"/>
            <a:ext cx="10515600" cy="4351338"/>
          </a:xfrm>
        </p:spPr>
        <p:txBody>
          <a:bodyPr>
            <a:normAutofit/>
          </a:bodyPr>
          <a:lstStyle/>
          <a:p>
            <a:pPr algn="l" rtl="0"/>
            <a:r>
              <a:rPr lang="en-US" sz="1600" dirty="0">
                <a:solidFill>
                  <a:srgbClr val="F0F0F0"/>
                </a:solidFill>
                <a:latin typeface="Aptos" panose="020B0004020202020204" pitchFamily="34" charset="0"/>
              </a:rPr>
              <a:t>The system is built using a client-server architecture based on the MVC pattern.</a:t>
            </a:r>
          </a:p>
          <a:p>
            <a:pPr algn="l" rtl="0"/>
            <a:r>
              <a:rPr lang="en-US" sz="1600" dirty="0">
                <a:solidFill>
                  <a:srgbClr val="F0F0F0"/>
                </a:solidFill>
                <a:latin typeface="Aptos" panose="020B0004020202020204" pitchFamily="34" charset="0"/>
              </a:rPr>
              <a:t>The frontend (View) is developed with React and Leaflet, providing an interactive map-based interface for managing watering areas and plants.</a:t>
            </a:r>
          </a:p>
          <a:p>
            <a:pPr algn="l" rtl="0"/>
            <a:r>
              <a:rPr lang="en-US" sz="1600" dirty="0">
                <a:solidFill>
                  <a:srgbClr val="F0F0F0"/>
                </a:solidFill>
                <a:latin typeface="Aptos" panose="020B0004020202020204" pitchFamily="34" charset="0"/>
              </a:rPr>
              <a:t>The backend (Controller + Model) is developed with Node.js and Express and communicates with a MySQL database.</a:t>
            </a:r>
          </a:p>
          <a:p>
            <a:pPr algn="l" rtl="0"/>
            <a:r>
              <a:rPr lang="en-US" sz="1600" dirty="0">
                <a:solidFill>
                  <a:srgbClr val="F0F0F0"/>
                </a:solidFill>
                <a:latin typeface="Aptos" panose="020B0004020202020204" pitchFamily="34" charset="0"/>
              </a:rPr>
              <a:t>Each user action triggers a full cycle:</a:t>
            </a:r>
          </a:p>
          <a:p>
            <a:pPr indent="39688" algn="l" rtl="0">
              <a:buFont typeface="Wingdings" panose="05000000000000000000" pitchFamily="2" charset="2"/>
              <a:buChar char="Ø"/>
            </a:pPr>
            <a:r>
              <a:rPr lang="en-US" sz="1600" dirty="0">
                <a:solidFill>
                  <a:srgbClr val="F0F0F0"/>
                </a:solidFill>
                <a:latin typeface="Aptos" panose="020B0004020202020204" pitchFamily="34" charset="0"/>
              </a:rPr>
              <a:t>      The frontend sends an HTTP request to the backend.</a:t>
            </a:r>
          </a:p>
          <a:p>
            <a:pPr indent="39688" algn="l" rtl="0">
              <a:buFont typeface="Wingdings" panose="05000000000000000000" pitchFamily="2" charset="2"/>
              <a:buChar char="Ø"/>
            </a:pPr>
            <a:r>
              <a:rPr lang="en-US" sz="1600" dirty="0">
                <a:solidFill>
                  <a:srgbClr val="F0F0F0"/>
                </a:solidFill>
                <a:latin typeface="Aptos" panose="020B0004020202020204" pitchFamily="34" charset="0"/>
              </a:rPr>
              <a:t>      The router directs it to the correct route file.</a:t>
            </a:r>
          </a:p>
          <a:p>
            <a:pPr indent="39688" algn="l" rtl="0">
              <a:buFont typeface="Wingdings" panose="05000000000000000000" pitchFamily="2" charset="2"/>
              <a:buChar char="Ø"/>
            </a:pPr>
            <a:r>
              <a:rPr lang="en-US" sz="1600" dirty="0">
                <a:solidFill>
                  <a:srgbClr val="F0F0F0"/>
                </a:solidFill>
                <a:latin typeface="Aptos" panose="020B0004020202020204" pitchFamily="34" charset="0"/>
              </a:rPr>
              <a:t>      The controller validates input and permissions.</a:t>
            </a:r>
          </a:p>
          <a:p>
            <a:pPr indent="39688" algn="l" rtl="0">
              <a:buFont typeface="Wingdings" panose="05000000000000000000" pitchFamily="2" charset="2"/>
              <a:buChar char="Ø"/>
            </a:pPr>
            <a:r>
              <a:rPr lang="en-US" sz="1600" dirty="0">
                <a:solidFill>
                  <a:srgbClr val="F0F0F0"/>
                </a:solidFill>
                <a:latin typeface="Aptos" panose="020B0004020202020204" pitchFamily="34" charset="0"/>
              </a:rPr>
              <a:t>      The model/database layer reads or writes MySQL records.</a:t>
            </a:r>
          </a:p>
          <a:p>
            <a:pPr indent="39688" algn="l" rtl="0">
              <a:buFont typeface="Wingdings" panose="05000000000000000000" pitchFamily="2" charset="2"/>
              <a:buChar char="Ø"/>
            </a:pPr>
            <a:r>
              <a:rPr lang="en-US" sz="1600" dirty="0">
                <a:solidFill>
                  <a:srgbClr val="F0F0F0"/>
                </a:solidFill>
                <a:latin typeface="Aptos" panose="020B0004020202020204" pitchFamily="34" charset="0"/>
              </a:rPr>
              <a:t>      The audit module records the action.</a:t>
            </a:r>
          </a:p>
          <a:p>
            <a:pPr indent="39688" algn="l" rtl="0">
              <a:buFont typeface="Wingdings" panose="05000000000000000000" pitchFamily="2" charset="2"/>
              <a:buChar char="Ø"/>
            </a:pPr>
            <a:r>
              <a:rPr lang="en-US" sz="1600" dirty="0">
                <a:solidFill>
                  <a:srgbClr val="F0F0F0"/>
                </a:solidFill>
                <a:latin typeface="Aptos" panose="020B0004020202020204" pitchFamily="34" charset="0"/>
              </a:rPr>
              <a:t>      The backend returns a structured JSON response to the frontend.</a:t>
            </a:r>
          </a:p>
        </p:txBody>
      </p:sp>
      <p:pic>
        <p:nvPicPr>
          <p:cNvPr id="6" name="תמונה 5">
            <a:extLst>
              <a:ext uri="{FF2B5EF4-FFF2-40B4-BE49-F238E27FC236}">
                <a16:creationId xmlns:a16="http://schemas.microsoft.com/office/drawing/2014/main" id="{C000CA2E-BB33-25FD-C8CB-15ED219EC5C1}"/>
              </a:ext>
            </a:extLst>
          </p:cNvPr>
          <p:cNvPicPr>
            <a:picLocks noChangeAspect="1"/>
          </p:cNvPicPr>
          <p:nvPr/>
        </p:nvPicPr>
        <p:blipFill>
          <a:blip r:embed="rId2"/>
          <a:stretch>
            <a:fillRect/>
          </a:stretch>
        </p:blipFill>
        <p:spPr>
          <a:xfrm>
            <a:off x="9314116" y="89323"/>
            <a:ext cx="2765658" cy="460943"/>
          </a:xfrm>
          <a:prstGeom prst="rect">
            <a:avLst/>
          </a:prstGeom>
        </p:spPr>
      </p:pic>
      <p:sp>
        <p:nvSpPr>
          <p:cNvPr id="5" name="Rectangle 3">
            <a:extLst>
              <a:ext uri="{FF2B5EF4-FFF2-40B4-BE49-F238E27FC236}">
                <a16:creationId xmlns:a16="http://schemas.microsoft.com/office/drawing/2014/main" id="{7540BDAF-CDB4-56E0-B85A-6C81A83562F8}"/>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5745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FD8E2CB-33A2-AED9-126E-550A27E534BD}"/>
              </a:ext>
            </a:extLst>
          </p:cNvPr>
          <p:cNvSpPr>
            <a:spLocks noGrp="1"/>
          </p:cNvSpPr>
          <p:nvPr>
            <p:ph type="title"/>
          </p:nvPr>
        </p:nvSpPr>
        <p:spPr/>
        <p:txBody>
          <a:bodyPr>
            <a:normAutofit/>
          </a:bodyPr>
          <a:lstStyle/>
          <a:p>
            <a:pPr algn="l">
              <a:lnSpc>
                <a:spcPct val="90000"/>
              </a:lnSpc>
            </a:pPr>
            <a:r>
              <a:rPr lang="en-US" sz="3400" dirty="0">
                <a:solidFill>
                  <a:srgbClr val="4CAF50"/>
                </a:solidFill>
                <a:latin typeface="Aptos" panose="020B0004020202020204" pitchFamily="34" charset="0"/>
                <a:cs typeface="+mn-cs"/>
              </a:rPr>
              <a:t>Main modules – Starting the server</a:t>
            </a:r>
            <a:endParaRPr lang="he-IL" sz="3400" dirty="0">
              <a:solidFill>
                <a:srgbClr val="4CAF50"/>
              </a:solidFill>
              <a:latin typeface="Aptos" panose="020B0004020202020204" pitchFamily="34" charset="0"/>
              <a:cs typeface="+mn-cs"/>
            </a:endParaRPr>
          </a:p>
        </p:txBody>
      </p:sp>
      <p:pic>
        <p:nvPicPr>
          <p:cNvPr id="4" name="Picture 3">
            <a:extLst>
              <a:ext uri="{FF2B5EF4-FFF2-40B4-BE49-F238E27FC236}">
                <a16:creationId xmlns:a16="http://schemas.microsoft.com/office/drawing/2014/main" id="{9AC3EA95-5446-A095-B634-3F9CE586AE51}"/>
              </a:ext>
            </a:extLst>
          </p:cNvPr>
          <p:cNvPicPr>
            <a:picLocks/>
          </p:cNvPicPr>
          <p:nvPr/>
        </p:nvPicPr>
        <p:blipFill>
          <a:blip r:embed="rId2"/>
          <a:stretch>
            <a:fillRect/>
          </a:stretch>
        </p:blipFill>
        <p:spPr>
          <a:xfrm>
            <a:off x="5067618" y="2571751"/>
            <a:ext cx="7124382" cy="4286249"/>
          </a:xfrm>
          <a:prstGeom prst="rect">
            <a:avLst/>
          </a:prstGeom>
          <a:ln w="19050">
            <a:solidFill>
              <a:srgbClr val="1D7E4F"/>
            </a:solidFill>
          </a:ln>
        </p:spPr>
      </p:pic>
      <p:sp>
        <p:nvSpPr>
          <p:cNvPr id="3" name="Rectangle 3">
            <a:extLst>
              <a:ext uri="{FF2B5EF4-FFF2-40B4-BE49-F238E27FC236}">
                <a16:creationId xmlns:a16="http://schemas.microsoft.com/office/drawing/2014/main" id="{52733F1D-9CC9-1DFE-1B99-D1C2F8B3A4F6}"/>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תמונה 5">
            <a:extLst>
              <a:ext uri="{FF2B5EF4-FFF2-40B4-BE49-F238E27FC236}">
                <a16:creationId xmlns:a16="http://schemas.microsoft.com/office/drawing/2014/main" id="{4BBBC5C9-014E-26CD-557F-9316C693DCEB}"/>
              </a:ext>
            </a:extLst>
          </p:cNvPr>
          <p:cNvPicPr>
            <a:picLocks noChangeAspect="1"/>
          </p:cNvPicPr>
          <p:nvPr/>
        </p:nvPicPr>
        <p:blipFill>
          <a:blip r:embed="rId3"/>
          <a:stretch>
            <a:fillRect/>
          </a:stretch>
        </p:blipFill>
        <p:spPr>
          <a:xfrm>
            <a:off x="9314116" y="89323"/>
            <a:ext cx="2765658" cy="460943"/>
          </a:xfrm>
          <a:prstGeom prst="rect">
            <a:avLst/>
          </a:prstGeom>
        </p:spPr>
      </p:pic>
      <p:sp>
        <p:nvSpPr>
          <p:cNvPr id="500" name="SrvCard 1"/>
          <p:cNvSpPr/>
          <p:nvPr/>
        </p:nvSpPr>
        <p:spPr>
          <a:xfrm>
            <a:off x="152400" y="1905000"/>
            <a:ext cx="4762500" cy="571500"/>
          </a:xfrm>
          <a:prstGeom prst="roundRect">
            <a:avLst>
              <a:gd name="adj" fmla="val 10000"/>
            </a:avLst>
          </a:prstGeom>
          <a:solidFill>
            <a:srgbClr val="2D2D2D"/>
          </a:solidFill>
          <a:ln w="0">
            <a:noFill/>
          </a:ln>
        </p:spPr>
        <p:txBody>
          <a:bodyPr/>
          <a:lstStyle/>
          <a:p>
            <a:endParaRPr/>
          </a:p>
        </p:txBody>
      </p:sp>
      <p:sp>
        <p:nvSpPr>
          <p:cNvPr id="501" name="SrvBadge 1"/>
          <p:cNvSpPr/>
          <p:nvPr/>
        </p:nvSpPr>
        <p:spPr>
          <a:xfrm>
            <a:off x="279400" y="2012950"/>
            <a:ext cx="355600" cy="355600"/>
          </a:xfrm>
          <a:prstGeom prst="ellipse">
            <a:avLst/>
          </a:prstGeom>
          <a:solidFill>
            <a:srgbClr val="4CAF50"/>
          </a:solidFill>
          <a:ln w="0">
            <a:noFill/>
          </a:ln>
        </p:spPr>
        <p:txBody>
          <a:bodyPr lIns="0" tIns="0" rIns="0" bIns="0" rtlCol="0" anchor="ctr">
            <a:noAutofit/>
          </a:bodyPr>
          <a:lstStyle/>
          <a:p>
            <a:pPr algn="ctr"/>
            <a:r>
              <a:rPr lang="en-US" sz="1600" b="1" dirty="0">
                <a:solidFill>
                  <a:srgbClr val="121212"/>
                </a:solidFill>
              </a:rPr>
              <a:t>1</a:t>
            </a:r>
          </a:p>
        </p:txBody>
      </p:sp>
      <p:sp>
        <p:nvSpPr>
          <p:cNvPr id="502" name="SrvTxt 1"/>
          <p:cNvSpPr/>
          <p:nvPr/>
        </p:nvSpPr>
        <p:spPr>
          <a:xfrm>
            <a:off x="762000" y="1905000"/>
            <a:ext cx="4000500" cy="571500"/>
          </a:xfrm>
          <a:prstGeom prst="rect">
            <a:avLst/>
          </a:prstGeom>
          <a:noFill/>
        </p:spPr>
        <p:txBody>
          <a:bodyPr lIns="0" rIns="0" rtlCol="0" anchor="ctr">
            <a:noAutofit/>
          </a:bodyPr>
          <a:lstStyle/>
          <a:p>
            <a:pPr algn="l"/>
            <a:r>
              <a:rPr lang="en-US" sz="1600" dirty="0">
                <a:solidFill>
                  <a:srgbClr val="F0F0F0"/>
                </a:solidFill>
                <a:latin typeface="Aptos"/>
              </a:rPr>
              <a:t>Load environment variables and configuration.</a:t>
            </a:r>
          </a:p>
        </p:txBody>
      </p:sp>
      <p:sp>
        <p:nvSpPr>
          <p:cNvPr id="503" name="SrvCard 2"/>
          <p:cNvSpPr/>
          <p:nvPr/>
        </p:nvSpPr>
        <p:spPr>
          <a:xfrm>
            <a:off x="152400" y="2565400"/>
            <a:ext cx="4762500" cy="571500"/>
          </a:xfrm>
          <a:prstGeom prst="roundRect">
            <a:avLst>
              <a:gd name="adj" fmla="val 10000"/>
            </a:avLst>
          </a:prstGeom>
          <a:solidFill>
            <a:srgbClr val="2D2D2D"/>
          </a:solidFill>
          <a:ln w="0">
            <a:noFill/>
          </a:ln>
        </p:spPr>
        <p:txBody>
          <a:bodyPr/>
          <a:lstStyle/>
          <a:p>
            <a:endParaRPr/>
          </a:p>
        </p:txBody>
      </p:sp>
      <p:sp>
        <p:nvSpPr>
          <p:cNvPr id="504" name="SrvBadge 2"/>
          <p:cNvSpPr/>
          <p:nvPr/>
        </p:nvSpPr>
        <p:spPr>
          <a:xfrm>
            <a:off x="279400" y="2673350"/>
            <a:ext cx="355600" cy="355600"/>
          </a:xfrm>
          <a:prstGeom prst="ellipse">
            <a:avLst/>
          </a:prstGeom>
          <a:solidFill>
            <a:srgbClr val="4CAF50"/>
          </a:solidFill>
          <a:ln w="0">
            <a:noFill/>
          </a:ln>
        </p:spPr>
        <p:txBody>
          <a:bodyPr lIns="0" tIns="0" rIns="0" bIns="0" rtlCol="0" anchor="ctr">
            <a:noAutofit/>
          </a:bodyPr>
          <a:lstStyle/>
          <a:p>
            <a:pPr algn="ctr"/>
            <a:r>
              <a:rPr lang="en-US" sz="1600" b="1" dirty="0">
                <a:solidFill>
                  <a:srgbClr val="121212"/>
                </a:solidFill>
              </a:rPr>
              <a:t>2</a:t>
            </a:r>
          </a:p>
        </p:txBody>
      </p:sp>
      <p:sp>
        <p:nvSpPr>
          <p:cNvPr id="505" name="SrvTxt 2"/>
          <p:cNvSpPr/>
          <p:nvPr/>
        </p:nvSpPr>
        <p:spPr>
          <a:xfrm>
            <a:off x="762000" y="2565400"/>
            <a:ext cx="4000500" cy="571500"/>
          </a:xfrm>
          <a:prstGeom prst="rect">
            <a:avLst/>
          </a:prstGeom>
          <a:noFill/>
        </p:spPr>
        <p:txBody>
          <a:bodyPr lIns="0" rIns="0" rtlCol="0" anchor="ctr">
            <a:noAutofit/>
          </a:bodyPr>
          <a:lstStyle/>
          <a:p>
            <a:pPr algn="l"/>
            <a:r>
              <a:rPr lang="en-US" sz="1600" dirty="0">
                <a:solidFill>
                  <a:srgbClr val="F0F0F0"/>
                </a:solidFill>
                <a:latin typeface="Aptos"/>
              </a:rPr>
              <a:t>Initialize the HTTP server using Node.js and Express.</a:t>
            </a:r>
          </a:p>
        </p:txBody>
      </p:sp>
      <p:sp>
        <p:nvSpPr>
          <p:cNvPr id="506" name="SrvCard 3"/>
          <p:cNvSpPr/>
          <p:nvPr/>
        </p:nvSpPr>
        <p:spPr>
          <a:xfrm>
            <a:off x="152400" y="3225800"/>
            <a:ext cx="4762500" cy="571500"/>
          </a:xfrm>
          <a:prstGeom prst="roundRect">
            <a:avLst>
              <a:gd name="adj" fmla="val 10000"/>
            </a:avLst>
          </a:prstGeom>
          <a:solidFill>
            <a:srgbClr val="2D2D2D"/>
          </a:solidFill>
          <a:ln w="0">
            <a:noFill/>
          </a:ln>
        </p:spPr>
        <p:txBody>
          <a:bodyPr/>
          <a:lstStyle/>
          <a:p>
            <a:endParaRPr/>
          </a:p>
        </p:txBody>
      </p:sp>
      <p:sp>
        <p:nvSpPr>
          <p:cNvPr id="507" name="SrvBadge 3"/>
          <p:cNvSpPr/>
          <p:nvPr/>
        </p:nvSpPr>
        <p:spPr>
          <a:xfrm>
            <a:off x="279400" y="3333750"/>
            <a:ext cx="355600" cy="355600"/>
          </a:xfrm>
          <a:prstGeom prst="ellipse">
            <a:avLst/>
          </a:prstGeom>
          <a:solidFill>
            <a:srgbClr val="4CAF50"/>
          </a:solidFill>
          <a:ln w="0">
            <a:noFill/>
          </a:ln>
        </p:spPr>
        <p:txBody>
          <a:bodyPr lIns="0" tIns="0" rIns="0" bIns="0" rtlCol="0" anchor="ctr">
            <a:noAutofit/>
          </a:bodyPr>
          <a:lstStyle/>
          <a:p>
            <a:pPr algn="ctr"/>
            <a:r>
              <a:rPr lang="en-US" sz="1600" b="1" dirty="0">
                <a:solidFill>
                  <a:srgbClr val="121212"/>
                </a:solidFill>
              </a:rPr>
              <a:t>3</a:t>
            </a:r>
          </a:p>
        </p:txBody>
      </p:sp>
      <p:sp>
        <p:nvSpPr>
          <p:cNvPr id="508" name="SrvTxt 3"/>
          <p:cNvSpPr/>
          <p:nvPr/>
        </p:nvSpPr>
        <p:spPr>
          <a:xfrm>
            <a:off x="762000" y="3225800"/>
            <a:ext cx="4000500" cy="571500"/>
          </a:xfrm>
          <a:prstGeom prst="rect">
            <a:avLst/>
          </a:prstGeom>
          <a:noFill/>
        </p:spPr>
        <p:txBody>
          <a:bodyPr lIns="0" rIns="0" rtlCol="0" anchor="ctr">
            <a:noAutofit/>
          </a:bodyPr>
          <a:lstStyle/>
          <a:p>
            <a:pPr algn="l"/>
            <a:r>
              <a:rPr lang="en-US" sz="1600" dirty="0">
                <a:solidFill>
                  <a:srgbClr val="F0F0F0"/>
                </a:solidFill>
                <a:latin typeface="Aptos"/>
              </a:rPr>
              <a:t>Enable CORS, JSON parsing, form parsing, and uploads.</a:t>
            </a:r>
          </a:p>
        </p:txBody>
      </p:sp>
      <p:sp>
        <p:nvSpPr>
          <p:cNvPr id="509" name="SrvCard 4"/>
          <p:cNvSpPr/>
          <p:nvPr/>
        </p:nvSpPr>
        <p:spPr>
          <a:xfrm>
            <a:off x="152400" y="3886200"/>
            <a:ext cx="4762500" cy="571500"/>
          </a:xfrm>
          <a:prstGeom prst="roundRect">
            <a:avLst>
              <a:gd name="adj" fmla="val 10000"/>
            </a:avLst>
          </a:prstGeom>
          <a:solidFill>
            <a:srgbClr val="2D2D2D"/>
          </a:solidFill>
          <a:ln w="0">
            <a:noFill/>
          </a:ln>
        </p:spPr>
        <p:txBody>
          <a:bodyPr/>
          <a:lstStyle/>
          <a:p>
            <a:endParaRPr/>
          </a:p>
        </p:txBody>
      </p:sp>
      <p:sp>
        <p:nvSpPr>
          <p:cNvPr id="510" name="SrvBadge 4"/>
          <p:cNvSpPr/>
          <p:nvPr/>
        </p:nvSpPr>
        <p:spPr>
          <a:xfrm>
            <a:off x="279400" y="3994150"/>
            <a:ext cx="355600" cy="355600"/>
          </a:xfrm>
          <a:prstGeom prst="ellipse">
            <a:avLst/>
          </a:prstGeom>
          <a:solidFill>
            <a:srgbClr val="4CAF50"/>
          </a:solidFill>
          <a:ln w="0">
            <a:noFill/>
          </a:ln>
        </p:spPr>
        <p:txBody>
          <a:bodyPr lIns="0" tIns="0" rIns="0" bIns="0" rtlCol="0" anchor="ctr">
            <a:noAutofit/>
          </a:bodyPr>
          <a:lstStyle/>
          <a:p>
            <a:pPr algn="ctr"/>
            <a:r>
              <a:rPr lang="en-US" sz="1600" b="1" dirty="0">
                <a:solidFill>
                  <a:srgbClr val="121212"/>
                </a:solidFill>
              </a:rPr>
              <a:t>4</a:t>
            </a:r>
          </a:p>
        </p:txBody>
      </p:sp>
      <p:sp>
        <p:nvSpPr>
          <p:cNvPr id="511" name="SrvTxt 4"/>
          <p:cNvSpPr/>
          <p:nvPr/>
        </p:nvSpPr>
        <p:spPr>
          <a:xfrm>
            <a:off x="762000" y="3886200"/>
            <a:ext cx="4000500" cy="571500"/>
          </a:xfrm>
          <a:prstGeom prst="rect">
            <a:avLst/>
          </a:prstGeom>
          <a:noFill/>
        </p:spPr>
        <p:txBody>
          <a:bodyPr lIns="0" rIns="0" rtlCol="0" anchor="ctr">
            <a:noAutofit/>
          </a:bodyPr>
          <a:lstStyle/>
          <a:p>
            <a:pPr algn="l"/>
            <a:r>
              <a:rPr lang="en-US" sz="1600" dirty="0">
                <a:solidFill>
                  <a:srgbClr val="F0F0F0"/>
                </a:solidFill>
                <a:latin typeface="Aptos"/>
              </a:rPr>
              <a:t>Connect all route modules: areas, plants, users, and audit logs.</a:t>
            </a:r>
          </a:p>
        </p:txBody>
      </p:sp>
      <p:sp>
        <p:nvSpPr>
          <p:cNvPr id="512" name="SrvCard 5"/>
          <p:cNvSpPr/>
          <p:nvPr/>
        </p:nvSpPr>
        <p:spPr>
          <a:xfrm>
            <a:off x="152400" y="4546600"/>
            <a:ext cx="4762500" cy="571500"/>
          </a:xfrm>
          <a:prstGeom prst="roundRect">
            <a:avLst>
              <a:gd name="adj" fmla="val 10000"/>
            </a:avLst>
          </a:prstGeom>
          <a:solidFill>
            <a:srgbClr val="2D2D2D"/>
          </a:solidFill>
          <a:ln w="0">
            <a:noFill/>
          </a:ln>
        </p:spPr>
        <p:txBody>
          <a:bodyPr/>
          <a:lstStyle/>
          <a:p>
            <a:endParaRPr/>
          </a:p>
        </p:txBody>
      </p:sp>
      <p:sp>
        <p:nvSpPr>
          <p:cNvPr id="513" name="SrvBadge 5"/>
          <p:cNvSpPr/>
          <p:nvPr/>
        </p:nvSpPr>
        <p:spPr>
          <a:xfrm>
            <a:off x="279400" y="4654550"/>
            <a:ext cx="355600" cy="355600"/>
          </a:xfrm>
          <a:prstGeom prst="ellipse">
            <a:avLst/>
          </a:prstGeom>
          <a:solidFill>
            <a:srgbClr val="4CAF50"/>
          </a:solidFill>
          <a:ln w="0">
            <a:noFill/>
          </a:ln>
        </p:spPr>
        <p:txBody>
          <a:bodyPr lIns="0" tIns="0" rIns="0" bIns="0" rtlCol="0" anchor="ctr">
            <a:noAutofit/>
          </a:bodyPr>
          <a:lstStyle/>
          <a:p>
            <a:pPr algn="ctr"/>
            <a:r>
              <a:rPr lang="en-US" sz="1600" b="1" dirty="0">
                <a:solidFill>
                  <a:srgbClr val="121212"/>
                </a:solidFill>
              </a:rPr>
              <a:t>5</a:t>
            </a:r>
          </a:p>
        </p:txBody>
      </p:sp>
      <p:sp>
        <p:nvSpPr>
          <p:cNvPr id="514" name="SrvTxt 5"/>
          <p:cNvSpPr/>
          <p:nvPr/>
        </p:nvSpPr>
        <p:spPr>
          <a:xfrm>
            <a:off x="762000" y="4546600"/>
            <a:ext cx="4000500" cy="571500"/>
          </a:xfrm>
          <a:prstGeom prst="rect">
            <a:avLst/>
          </a:prstGeom>
          <a:noFill/>
        </p:spPr>
        <p:txBody>
          <a:bodyPr lIns="0" rIns="0" rtlCol="0" anchor="ctr">
            <a:noAutofit/>
          </a:bodyPr>
          <a:lstStyle/>
          <a:p>
            <a:pPr algn="l"/>
            <a:r>
              <a:rPr lang="en-US" sz="1600" dirty="0">
                <a:solidFill>
                  <a:srgbClr val="F0F0F0"/>
                </a:solidFill>
                <a:latin typeface="Aptos"/>
              </a:rPr>
              <a:t>Serve uploaded files from the local uploads directory.</a:t>
            </a:r>
          </a:p>
        </p:txBody>
      </p:sp>
      <p:sp>
        <p:nvSpPr>
          <p:cNvPr id="515" name="SrvCard 6"/>
          <p:cNvSpPr/>
          <p:nvPr/>
        </p:nvSpPr>
        <p:spPr>
          <a:xfrm>
            <a:off x="152400" y="5207000"/>
            <a:ext cx="4762500" cy="571500"/>
          </a:xfrm>
          <a:prstGeom prst="roundRect">
            <a:avLst>
              <a:gd name="adj" fmla="val 10000"/>
            </a:avLst>
          </a:prstGeom>
          <a:solidFill>
            <a:srgbClr val="2D2D2D"/>
          </a:solidFill>
          <a:ln w="0">
            <a:noFill/>
          </a:ln>
        </p:spPr>
        <p:txBody>
          <a:bodyPr/>
          <a:lstStyle/>
          <a:p>
            <a:endParaRPr/>
          </a:p>
        </p:txBody>
      </p:sp>
      <p:sp>
        <p:nvSpPr>
          <p:cNvPr id="516" name="SrvBadge 6"/>
          <p:cNvSpPr/>
          <p:nvPr/>
        </p:nvSpPr>
        <p:spPr>
          <a:xfrm>
            <a:off x="279400" y="5314950"/>
            <a:ext cx="355600" cy="355600"/>
          </a:xfrm>
          <a:prstGeom prst="ellipse">
            <a:avLst/>
          </a:prstGeom>
          <a:solidFill>
            <a:srgbClr val="4CAF50"/>
          </a:solidFill>
          <a:ln w="0">
            <a:noFill/>
          </a:ln>
        </p:spPr>
        <p:txBody>
          <a:bodyPr lIns="0" tIns="0" rIns="0" bIns="0" rtlCol="0" anchor="ctr">
            <a:noAutofit/>
          </a:bodyPr>
          <a:lstStyle/>
          <a:p>
            <a:pPr algn="ctr"/>
            <a:r>
              <a:rPr lang="en-US" sz="1600" b="1" dirty="0">
                <a:solidFill>
                  <a:srgbClr val="121212"/>
                </a:solidFill>
              </a:rPr>
              <a:t>6</a:t>
            </a:r>
          </a:p>
        </p:txBody>
      </p:sp>
      <p:sp>
        <p:nvSpPr>
          <p:cNvPr id="517" name="SrvTxt 6"/>
          <p:cNvSpPr/>
          <p:nvPr/>
        </p:nvSpPr>
        <p:spPr>
          <a:xfrm>
            <a:off x="762000" y="5207000"/>
            <a:ext cx="4000500" cy="571500"/>
          </a:xfrm>
          <a:prstGeom prst="rect">
            <a:avLst/>
          </a:prstGeom>
          <a:noFill/>
        </p:spPr>
        <p:txBody>
          <a:bodyPr lIns="0" rIns="0" rtlCol="0" anchor="ctr">
            <a:noAutofit/>
          </a:bodyPr>
          <a:lstStyle/>
          <a:p>
            <a:pPr algn="l"/>
            <a:r>
              <a:rPr lang="en-US" sz="1600" dirty="0">
                <a:solidFill>
                  <a:srgbClr val="F0F0F0"/>
                </a:solidFill>
                <a:latin typeface="Aptos"/>
              </a:rPr>
              <a:t>Start listening for client requests through REST APIs.</a:t>
            </a:r>
          </a:p>
        </p:txBody>
      </p:sp>
    </p:spTree>
    <p:extLst>
      <p:ext uri="{BB962C8B-B14F-4D97-AF65-F5344CB8AC3E}">
        <p14:creationId xmlns:p14="http://schemas.microsoft.com/office/powerpoint/2010/main" val="4188081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7282844-F948-410E-626A-2BAF3E2FE067}"/>
              </a:ext>
            </a:extLst>
          </p:cNvPr>
          <p:cNvSpPr>
            <a:spLocks noGrp="1"/>
          </p:cNvSpPr>
          <p:nvPr>
            <p:ph type="title"/>
          </p:nvPr>
        </p:nvSpPr>
        <p:spPr/>
        <p:txBody>
          <a:bodyPr>
            <a:normAutofit/>
          </a:bodyPr>
          <a:lstStyle/>
          <a:p>
            <a:pPr algn="l">
              <a:lnSpc>
                <a:spcPct val="90000"/>
              </a:lnSpc>
            </a:pPr>
            <a:r>
              <a:rPr lang="en-US" sz="3400" err="1">
                <a:solidFill>
                  <a:srgbClr val="4CAF50"/>
                </a:solidFill>
                <a:latin typeface="Aptos" panose="020B0004020202020204" pitchFamily="34" charset="0"/>
              </a:rPr>
              <a:t>Main modules - React</a:t>
            </a:r>
            <a:endParaRPr lang="he-IL" sz="3400" err="1">
              <a:solidFill>
                <a:srgbClr val="4CAF50"/>
              </a:solidFill>
              <a:latin typeface="Aptos" panose="020B0004020202020204" pitchFamily="34" charset="0"/>
            </a:endParaRPr>
          </a:p>
        </p:txBody>
      </p:sp>
      <p:sp>
        <p:nvSpPr>
          <p:cNvPr id="4" name="Rectangle 1">
            <a:extLst>
              <a:ext uri="{FF2B5EF4-FFF2-40B4-BE49-F238E27FC236}">
                <a16:creationId xmlns:a16="http://schemas.microsoft.com/office/drawing/2014/main" id="{6160EA20-021B-2794-5539-D0B968C93BD8}"/>
              </a:ext>
            </a:extLst>
          </p:cNvPr>
          <p:cNvSpPr>
            <a:spLocks noGrp="1" noChangeArrowheads="1"/>
          </p:cNvSpPr>
          <p:nvPr>
            <p:ph idx="1"/>
          </p:nvPr>
        </p:nvSpPr>
        <p:spPr bwMode="auto">
          <a:xfrm>
            <a:off x="0" y="1833663"/>
            <a:ext cx="10515600" cy="4351338"/>
          </a:xfrm>
          <a:prstGeom prst="round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indent="179388" algn="l" defTabSz="914400" rtl="0" eaLnBrk="0" fontAlgn="base" hangingPunct="0">
              <a:lnSpc>
                <a:spcPct val="90000"/>
              </a:lnSpc>
              <a:spcBef>
                <a:spcPct val="0"/>
              </a:spcBef>
              <a:buFontTx/>
              <a:buChar char="•"/>
            </a:pPr>
            <a:r>
              <a:rPr lang="en-US" altLang="he-IL" sz="1600" dirty="0">
                <a:solidFill>
                  <a:srgbClr val="F0F0F0"/>
                </a:solidFill>
                <a:latin typeface="Aptos" panose="020B0004020202020204" pitchFamily="34" charset="0"/>
              </a:rPr>
              <a:t>Built with React for a dynamic and modular front-end.</a:t>
            </a:r>
          </a:p>
          <a:p>
            <a:pPr marL="0" indent="179388" algn="l" defTabSz="914400" rtl="0" eaLnBrk="0" fontAlgn="base" hangingPunct="0">
              <a:lnSpc>
                <a:spcPct val="90000"/>
              </a:lnSpc>
              <a:spcBef>
                <a:spcPct val="0"/>
              </a:spcBef>
              <a:buFontTx/>
              <a:buChar char="•"/>
            </a:pPr>
            <a:r>
              <a:rPr lang="en-US" altLang="he-IL" sz="1600" dirty="0">
                <a:solidFill>
                  <a:srgbClr val="F0F0F0"/>
                </a:solidFill>
                <a:latin typeface="Aptos" panose="020B0004020202020204" pitchFamily="34" charset="0"/>
              </a:rPr>
              <a:t>Uses React Router for navigation between pages.</a:t>
            </a:r>
          </a:p>
          <a:p>
            <a:pPr marL="0" indent="179388" algn="l" defTabSz="914400" rtl="0" eaLnBrk="0" fontAlgn="base" hangingPunct="0">
              <a:lnSpc>
                <a:spcPct val="90000"/>
              </a:lnSpc>
              <a:spcBef>
                <a:spcPct val="0"/>
              </a:spcBef>
              <a:buFontTx/>
              <a:buChar char="•"/>
            </a:pPr>
            <a:r>
              <a:rPr lang="en-US" altLang="he-IL" sz="1600" dirty="0" err="1">
                <a:solidFill>
                  <a:srgbClr val="F0F0F0"/>
                </a:solidFill>
                <a:latin typeface="Aptos" panose="020B0004020202020204" pitchFamily="34" charset="0"/>
              </a:rPr>
              <a:t>App.jsx</a:t>
            </a:r>
            <a:r>
              <a:rPr lang="en-US" altLang="he-IL" sz="1600" dirty="0">
                <a:solidFill>
                  <a:srgbClr val="F0F0F0"/>
                </a:solidFill>
                <a:latin typeface="Aptos" panose="020B0004020202020204" pitchFamily="34" charset="0"/>
              </a:rPr>
              <a:t> manages the main routes and protected pages.</a:t>
            </a:r>
          </a:p>
          <a:p>
            <a:pPr marL="0" indent="179388" algn="l" defTabSz="914400" rtl="0" eaLnBrk="0" fontAlgn="base" hangingPunct="0">
              <a:lnSpc>
                <a:spcPct val="90000"/>
              </a:lnSpc>
              <a:spcBef>
                <a:spcPct val="0"/>
              </a:spcBef>
              <a:buFontTx/>
              <a:buChar char="•"/>
            </a:pPr>
            <a:r>
              <a:rPr lang="en-US" altLang="he-IL" sz="1600" dirty="0">
                <a:solidFill>
                  <a:srgbClr val="F0F0F0"/>
                </a:solidFill>
                <a:latin typeface="Aptos" panose="020B0004020202020204" pitchFamily="34" charset="0"/>
              </a:rPr>
              <a:t>Stores user session and dark-mode preference in </a:t>
            </a:r>
            <a:r>
              <a:rPr lang="en-US" altLang="he-IL" sz="1600" dirty="0" err="1">
                <a:solidFill>
                  <a:srgbClr val="F0F0F0"/>
                </a:solidFill>
                <a:latin typeface="Aptos" panose="020B0004020202020204" pitchFamily="34" charset="0"/>
              </a:rPr>
              <a:t>localStorage</a:t>
            </a:r>
            <a:r>
              <a:rPr lang="en-US" altLang="he-IL" sz="1600" dirty="0">
                <a:solidFill>
                  <a:srgbClr val="F0F0F0"/>
                </a:solidFill>
                <a:latin typeface="Aptos" panose="020B0004020202020204" pitchFamily="34" charset="0"/>
              </a:rPr>
              <a:t>.</a:t>
            </a:r>
          </a:p>
          <a:p>
            <a:pPr marL="0" indent="179388" algn="l" defTabSz="914400" rtl="0" eaLnBrk="0" fontAlgn="base" hangingPunct="0">
              <a:lnSpc>
                <a:spcPct val="90000"/>
              </a:lnSpc>
              <a:spcBef>
                <a:spcPct val="0"/>
              </a:spcBef>
              <a:buFontTx/>
              <a:buChar char="•"/>
            </a:pPr>
            <a:r>
              <a:rPr lang="en-US" altLang="he-IL" sz="1600" dirty="0">
                <a:solidFill>
                  <a:srgbClr val="F0F0F0"/>
                </a:solidFill>
                <a:latin typeface="Aptos" panose="020B0004020202020204" pitchFamily="34" charset="0"/>
              </a:rPr>
              <a:t>Uses hooks such as </a:t>
            </a:r>
            <a:r>
              <a:rPr lang="en-US" altLang="he-IL" sz="1600" dirty="0" err="1">
                <a:solidFill>
                  <a:srgbClr val="F0F0F0"/>
                </a:solidFill>
                <a:latin typeface="Aptos" panose="020B0004020202020204" pitchFamily="34" charset="0"/>
              </a:rPr>
              <a:t>useState</a:t>
            </a:r>
            <a:r>
              <a:rPr lang="en-US" altLang="he-IL" sz="1600" dirty="0">
                <a:solidFill>
                  <a:srgbClr val="F0F0F0"/>
                </a:solidFill>
                <a:latin typeface="Aptos" panose="020B0004020202020204" pitchFamily="34" charset="0"/>
              </a:rPr>
              <a:t> and </a:t>
            </a:r>
            <a:r>
              <a:rPr lang="en-US" altLang="he-IL" sz="1600" dirty="0" err="1">
                <a:solidFill>
                  <a:srgbClr val="F0F0F0"/>
                </a:solidFill>
                <a:latin typeface="Aptos" panose="020B0004020202020204" pitchFamily="34" charset="0"/>
              </a:rPr>
              <a:t>useEffect</a:t>
            </a:r>
            <a:r>
              <a:rPr lang="en-US" altLang="he-IL" sz="1600" dirty="0">
                <a:solidFill>
                  <a:srgbClr val="F0F0F0"/>
                </a:solidFill>
                <a:latin typeface="Aptos" panose="020B0004020202020204" pitchFamily="34" charset="0"/>
              </a:rPr>
              <a:t> for app logic.</a:t>
            </a:r>
          </a:p>
          <a:p>
            <a:pPr marL="0" indent="179388" algn="l" defTabSz="914400" rtl="0" eaLnBrk="0" fontAlgn="base" hangingPunct="0">
              <a:lnSpc>
                <a:spcPct val="90000"/>
              </a:lnSpc>
              <a:spcBef>
                <a:spcPct val="0"/>
              </a:spcBef>
              <a:buFontTx/>
              <a:buChar char="•"/>
            </a:pPr>
            <a:r>
              <a:rPr lang="en-US" altLang="he-IL" sz="1600" dirty="0">
                <a:solidFill>
                  <a:srgbClr val="F0F0F0"/>
                </a:solidFill>
                <a:latin typeface="Aptos" panose="020B0004020202020204" pitchFamily="34" charset="0"/>
              </a:rPr>
              <a:t>Communicates with the Node.js server through REST API calls.</a:t>
            </a:r>
            <a:endParaRPr lang="he-IL" altLang="he-IL" sz="1600" dirty="0" err="1">
              <a:solidFill>
                <a:srgbClr val="F0F0F0"/>
              </a:solidFill>
              <a:latin typeface="Aptos" panose="020B0004020202020204" pitchFamily="34" charset="0"/>
            </a:endParaRPr>
          </a:p>
        </p:txBody>
      </p:sp>
      <p:pic>
        <p:nvPicPr>
          <p:cNvPr id="5" name="Picture 4">
            <a:extLst>
              <a:ext uri="{FF2B5EF4-FFF2-40B4-BE49-F238E27FC236}">
                <a16:creationId xmlns:a16="http://schemas.microsoft.com/office/drawing/2014/main" id="{8CDF3556-7B87-B0C9-B053-4E7E85F82599}"/>
              </a:ext>
            </a:extLst>
          </p:cNvPr>
          <p:cNvPicPr>
            <a:picLocks/>
          </p:cNvPicPr>
          <p:nvPr/>
        </p:nvPicPr>
        <p:blipFill>
          <a:blip r:embed="rId2"/>
          <a:stretch>
            <a:fillRect/>
          </a:stretch>
        </p:blipFill>
        <p:spPr>
          <a:xfrm>
            <a:off x="6296507" y="1827213"/>
            <a:ext cx="5968450" cy="5030787"/>
          </a:xfrm>
          <a:prstGeom prst="rect">
            <a:avLst/>
          </a:prstGeom>
          <a:ln w="19050">
            <a:solidFill>
              <a:srgbClr val="1D7E4F"/>
            </a:solidFill>
          </a:ln>
        </p:spPr>
      </p:pic>
      <p:sp>
        <p:nvSpPr>
          <p:cNvPr id="3" name="Rectangle 3">
            <a:extLst>
              <a:ext uri="{FF2B5EF4-FFF2-40B4-BE49-F238E27FC236}">
                <a16:creationId xmlns:a16="http://schemas.microsoft.com/office/drawing/2014/main" id="{E1B259E1-8E92-AA0C-7960-257F56213B3C}"/>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תמונה 5">
            <a:extLst>
              <a:ext uri="{FF2B5EF4-FFF2-40B4-BE49-F238E27FC236}">
                <a16:creationId xmlns:a16="http://schemas.microsoft.com/office/drawing/2014/main" id="{BC1755A5-CB03-219A-37B5-488D7CD65F6F}"/>
              </a:ext>
            </a:extLst>
          </p:cNvPr>
          <p:cNvPicPr>
            <a:picLocks noChangeAspect="1"/>
          </p:cNvPicPr>
          <p:nvPr/>
        </p:nvPicPr>
        <p:blipFill>
          <a:blip r:embed="rId3"/>
          <a:stretch>
            <a:fillRect/>
          </a:stretch>
        </p:blipFill>
        <p:spPr>
          <a:xfrm>
            <a:off x="9314116" y="89323"/>
            <a:ext cx="2765658" cy="460943"/>
          </a:xfrm>
          <a:prstGeom prst="rect">
            <a:avLst/>
          </a:prstGeom>
        </p:spPr>
      </p:pic>
    </p:spTree>
    <p:extLst>
      <p:ext uri="{BB962C8B-B14F-4D97-AF65-F5344CB8AC3E}">
        <p14:creationId xmlns:p14="http://schemas.microsoft.com/office/powerpoint/2010/main" val="350832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FCC48E3-F91B-F516-0321-A8F0E4AE4420}"/>
              </a:ext>
            </a:extLst>
          </p:cNvPr>
          <p:cNvSpPr>
            <a:spLocks noGrp="1"/>
          </p:cNvSpPr>
          <p:nvPr>
            <p:ph type="title"/>
          </p:nvPr>
        </p:nvSpPr>
        <p:spPr/>
        <p:txBody>
          <a:bodyPr/>
          <a:lstStyle/>
          <a:p>
            <a:pPr algn="l"/>
            <a:r>
              <a:rPr lang="en-US" sz="3400" err="1">
                <a:solidFill>
                  <a:srgbClr val="4CAF50"/>
                </a:solidFill>
                <a:latin typeface="Aptos" panose="020B0004020202020204" pitchFamily="34" charset="0"/>
              </a:rPr>
              <a:t>Main Modules – Routes</a:t>
            </a:r>
            <a:endParaRPr lang="en-US" sz="3400" dirty="0" err="1">
              <a:solidFill>
                <a:srgbClr val="4CAF50"/>
              </a:solidFill>
              <a:latin typeface="Aptos" panose="020B0004020202020204" pitchFamily="34" charset="0"/>
            </a:endParaRPr>
          </a:p>
        </p:txBody>
      </p:sp>
      <p:sp>
        <p:nvSpPr>
          <p:cNvPr id="3" name="מציין מיקום תוכן 2">
            <a:extLst>
              <a:ext uri="{FF2B5EF4-FFF2-40B4-BE49-F238E27FC236}">
                <a16:creationId xmlns:a16="http://schemas.microsoft.com/office/drawing/2014/main" id="{773B8551-1324-719D-C473-6A4985112D00}"/>
              </a:ext>
            </a:extLst>
          </p:cNvPr>
          <p:cNvSpPr>
            <a:spLocks noGrp="1"/>
          </p:cNvSpPr>
          <p:nvPr>
            <p:ph idx="1"/>
          </p:nvPr>
        </p:nvSpPr>
        <p:spPr>
          <a:xfrm>
            <a:off x="838200" y="2141537"/>
            <a:ext cx="10515600" cy="4351338"/>
          </a:xfrm>
        </p:spPr>
        <p:txBody>
          <a:bodyPr>
            <a:normAutofit/>
          </a:bodyPr>
          <a:lstStyle/>
          <a:p>
            <a:pPr algn="l" rtl="0"/>
            <a:r>
              <a:rPr lang="en-US" sz="1600" dirty="0">
                <a:solidFill>
                  <a:srgbClr val="F0F0F0"/>
                </a:solidFill>
                <a:latin typeface="Aptos" panose="020B0004020202020204" pitchFamily="34" charset="0"/>
              </a:rPr>
              <a:t>The server uses separate route files for plants, areas, users, and audit logs.</a:t>
            </a:r>
          </a:p>
          <a:p>
            <a:pPr algn="l" rtl="0"/>
            <a:r>
              <a:rPr lang="en-US" sz="1600" dirty="0">
                <a:solidFill>
                  <a:srgbClr val="F0F0F0"/>
                </a:solidFill>
                <a:latin typeface="Aptos" panose="020B0004020202020204" pitchFamily="34" charset="0"/>
              </a:rPr>
              <a:t>Each router handles its own API endpoints and client requests.</a:t>
            </a:r>
          </a:p>
          <a:p>
            <a:pPr algn="l" rtl="0"/>
            <a:r>
              <a:rPr lang="en-US" sz="1600" dirty="0">
                <a:solidFill>
                  <a:srgbClr val="F0F0F0"/>
                </a:solidFill>
                <a:latin typeface="Aptos" panose="020B0004020202020204" pitchFamily="34" charset="0"/>
              </a:rPr>
              <a:t>Routes connect the frontend actions to validation, permission checks, database queries, and audit logging.</a:t>
            </a:r>
            <a:endParaRPr lang="he-IL" sz="1600" dirty="0" err="1">
              <a:solidFill>
                <a:srgbClr val="F0F0F0"/>
              </a:solidFill>
              <a:latin typeface="Aptos" panose="020B0004020202020204" pitchFamily="34" charset="0"/>
            </a:endParaRPr>
          </a:p>
        </p:txBody>
      </p:sp>
      <p:pic>
        <p:nvPicPr>
          <p:cNvPr id="6" name="Picture 5">
            <a:extLst>
              <a:ext uri="{FF2B5EF4-FFF2-40B4-BE49-F238E27FC236}">
                <a16:creationId xmlns:a16="http://schemas.microsoft.com/office/drawing/2014/main" id="{6B847344-F7DF-854A-04E4-AB637D2386E7}"/>
              </a:ext>
            </a:extLst>
          </p:cNvPr>
          <p:cNvPicPr>
            <a:picLocks/>
          </p:cNvPicPr>
          <p:nvPr/>
        </p:nvPicPr>
        <p:blipFill>
          <a:blip r:embed="rId2"/>
          <a:stretch>
            <a:fillRect/>
          </a:stretch>
        </p:blipFill>
        <p:spPr>
          <a:xfrm>
            <a:off x="4745645" y="3698507"/>
            <a:ext cx="7446355" cy="1941015"/>
          </a:xfrm>
          <a:prstGeom prst="rect">
            <a:avLst/>
          </a:prstGeom>
          <a:ln w="19050">
            <a:solidFill>
              <a:srgbClr val="1D7E4F"/>
            </a:solidFill>
          </a:ln>
        </p:spPr>
      </p:pic>
      <p:sp>
        <p:nvSpPr>
          <p:cNvPr id="4" name="Rectangle 3">
            <a:extLst>
              <a:ext uri="{FF2B5EF4-FFF2-40B4-BE49-F238E27FC236}">
                <a16:creationId xmlns:a16="http://schemas.microsoft.com/office/drawing/2014/main" id="{5A21309B-5DAC-A444-4B6E-FBEE09272432}"/>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תמונה 4">
            <a:extLst>
              <a:ext uri="{FF2B5EF4-FFF2-40B4-BE49-F238E27FC236}">
                <a16:creationId xmlns:a16="http://schemas.microsoft.com/office/drawing/2014/main" id="{B651646D-2F7A-9263-FC20-C604FFE7ABF2}"/>
              </a:ext>
            </a:extLst>
          </p:cNvPr>
          <p:cNvPicPr>
            <a:picLocks noChangeAspect="1"/>
          </p:cNvPicPr>
          <p:nvPr/>
        </p:nvPicPr>
        <p:blipFill>
          <a:blip r:embed="rId3"/>
          <a:stretch>
            <a:fillRect/>
          </a:stretch>
        </p:blipFill>
        <p:spPr>
          <a:xfrm>
            <a:off x="9314116" y="89323"/>
            <a:ext cx="2765658" cy="460943"/>
          </a:xfrm>
          <a:prstGeom prst="rect">
            <a:avLst/>
          </a:prstGeom>
        </p:spPr>
      </p:pic>
    </p:spTree>
    <p:extLst>
      <p:ext uri="{BB962C8B-B14F-4D97-AF65-F5344CB8AC3E}">
        <p14:creationId xmlns:p14="http://schemas.microsoft.com/office/powerpoint/2010/main" val="2226756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D3F2AC7-BAB6-1FBF-CDE5-C4BB4ABFE0EC}"/>
              </a:ext>
            </a:extLst>
          </p:cNvPr>
          <p:cNvSpPr>
            <a:spLocks noGrp="1"/>
          </p:cNvSpPr>
          <p:nvPr>
            <p:ph type="title"/>
          </p:nvPr>
        </p:nvSpPr>
        <p:spPr/>
        <p:txBody>
          <a:bodyPr>
            <a:normAutofit/>
          </a:bodyPr>
          <a:lstStyle/>
          <a:p>
            <a:pPr algn="l"/>
            <a:r>
              <a:rPr lang="en-US" sz="3400" err="1">
                <a:solidFill>
                  <a:srgbClr val="4CAF50"/>
                </a:solidFill>
                <a:latin typeface="Aptos" panose="020B0004020202020204" pitchFamily="34" charset="0"/>
              </a:rPr>
              <a:t>Main Modules – DB</a:t>
            </a:r>
            <a:endParaRPr lang="he-IL" sz="3400" dirty="0" err="1">
              <a:solidFill>
                <a:srgbClr val="4CAF50"/>
              </a:solidFill>
              <a:latin typeface="Aptos" panose="020B0004020202020204" pitchFamily="34" charset="0"/>
            </a:endParaRPr>
          </a:p>
        </p:txBody>
      </p:sp>
      <p:sp>
        <p:nvSpPr>
          <p:cNvPr id="3" name="מציין מיקום תוכן 2">
            <a:extLst>
              <a:ext uri="{FF2B5EF4-FFF2-40B4-BE49-F238E27FC236}">
                <a16:creationId xmlns:a16="http://schemas.microsoft.com/office/drawing/2014/main" id="{E833F5BA-C12A-2FD7-4281-5D1597926290}"/>
              </a:ext>
            </a:extLst>
          </p:cNvPr>
          <p:cNvSpPr>
            <a:spLocks noGrp="1"/>
          </p:cNvSpPr>
          <p:nvPr>
            <p:ph idx="1"/>
          </p:nvPr>
        </p:nvSpPr>
        <p:spPr>
          <a:xfrm>
            <a:off x="161926" y="1889827"/>
            <a:ext cx="10515600" cy="4351338"/>
          </a:xfrm>
        </p:spPr>
        <p:txBody>
          <a:bodyPr>
            <a:normAutofit/>
          </a:bodyPr>
          <a:lstStyle/>
          <a:p>
            <a:pPr algn="l" rtl="0">
              <a:lnSpc>
                <a:spcPct val="90000"/>
              </a:lnSpc>
            </a:pPr>
            <a:r>
              <a:rPr lang="en-US" sz="1600" dirty="0">
                <a:solidFill>
                  <a:srgbClr val="F0F0F0"/>
                </a:solidFill>
                <a:latin typeface="Aptos" panose="020B0004020202020204" pitchFamily="34" charset="0"/>
              </a:rPr>
              <a:t>A dedicated module (Database.js) handles the connection to the MySQL database.</a:t>
            </a:r>
          </a:p>
          <a:p>
            <a:pPr algn="l" rtl="0">
              <a:lnSpc>
                <a:spcPct val="90000"/>
              </a:lnSpc>
            </a:pPr>
            <a:r>
              <a:rPr lang="en-US" sz="1600" dirty="0">
                <a:solidFill>
                  <a:srgbClr val="F0F0F0"/>
                </a:solidFill>
                <a:latin typeface="Aptos" panose="020B0004020202020204" pitchFamily="34" charset="0"/>
              </a:rPr>
              <a:t>Loads database configuration from environment variables.</a:t>
            </a:r>
          </a:p>
          <a:p>
            <a:pPr algn="l" rtl="0">
              <a:lnSpc>
                <a:spcPct val="90000"/>
              </a:lnSpc>
            </a:pPr>
            <a:r>
              <a:rPr lang="en-US" sz="1600" dirty="0">
                <a:solidFill>
                  <a:srgbClr val="F0F0F0"/>
                </a:solidFill>
                <a:latin typeface="Aptos" panose="020B0004020202020204" pitchFamily="34" charset="0"/>
              </a:rPr>
              <a:t>Creates a connection using the mysql2 library.</a:t>
            </a:r>
          </a:p>
          <a:p>
            <a:pPr algn="l" rtl="0">
              <a:lnSpc>
                <a:spcPct val="90000"/>
              </a:lnSpc>
            </a:pPr>
            <a:r>
              <a:rPr lang="en-US" sz="1600" dirty="0">
                <a:solidFill>
                  <a:srgbClr val="F0F0F0"/>
                </a:solidFill>
                <a:latin typeface="Aptos" panose="020B0004020202020204" pitchFamily="34" charset="0"/>
              </a:rPr>
              <a:t>Checks and logs the connection status.</a:t>
            </a:r>
          </a:p>
          <a:p>
            <a:pPr algn="l" rtl="0">
              <a:lnSpc>
                <a:spcPct val="90000"/>
              </a:lnSpc>
            </a:pPr>
            <a:r>
              <a:rPr lang="en-US" sz="1600" dirty="0">
                <a:solidFill>
                  <a:srgbClr val="F0F0F0"/>
                </a:solidFill>
                <a:latin typeface="Aptos" panose="020B0004020202020204" pitchFamily="34" charset="0"/>
              </a:rPr>
              <a:t>Exports the connection object for areas, plants, users, and logs.</a:t>
            </a:r>
          </a:p>
          <a:p>
            <a:pPr algn="l" rtl="0">
              <a:lnSpc>
                <a:spcPct val="90000"/>
              </a:lnSpc>
            </a:pPr>
            <a:r>
              <a:rPr lang="en-US" sz="1600" dirty="0">
                <a:solidFill>
                  <a:srgbClr val="F0F0F0"/>
                </a:solidFill>
                <a:latin typeface="Aptos" panose="020B0004020202020204" pitchFamily="34" charset="0"/>
              </a:rPr>
              <a:t>Keeps database access consistent across the backend.</a:t>
            </a:r>
            <a:endParaRPr lang="he-IL" sz="1600" dirty="0" err="1">
              <a:solidFill>
                <a:srgbClr val="F0F0F0"/>
              </a:solidFill>
              <a:latin typeface="Aptos" panose="020B0004020202020204" pitchFamily="34" charset="0"/>
            </a:endParaRPr>
          </a:p>
        </p:txBody>
      </p:sp>
      <p:pic>
        <p:nvPicPr>
          <p:cNvPr id="6" name="Picture 5">
            <a:extLst>
              <a:ext uri="{FF2B5EF4-FFF2-40B4-BE49-F238E27FC236}">
                <a16:creationId xmlns:a16="http://schemas.microsoft.com/office/drawing/2014/main" id="{4543CC18-F714-8A01-763B-0E25B03DF5B7}"/>
              </a:ext>
            </a:extLst>
          </p:cNvPr>
          <p:cNvPicPr>
            <a:picLocks/>
          </p:cNvPicPr>
          <p:nvPr/>
        </p:nvPicPr>
        <p:blipFill>
          <a:blip r:embed="rId2"/>
          <a:stretch>
            <a:fillRect/>
          </a:stretch>
        </p:blipFill>
        <p:spPr>
          <a:xfrm>
            <a:off x="6772275" y="2336800"/>
            <a:ext cx="5419725" cy="4521200"/>
          </a:xfrm>
          <a:prstGeom prst="rect">
            <a:avLst/>
          </a:prstGeom>
          <a:ln w="19050">
            <a:solidFill>
              <a:srgbClr val="1D7E4F"/>
            </a:solidFill>
          </a:ln>
        </p:spPr>
      </p:pic>
      <p:sp>
        <p:nvSpPr>
          <p:cNvPr id="4" name="Rectangle 3">
            <a:extLst>
              <a:ext uri="{FF2B5EF4-FFF2-40B4-BE49-F238E27FC236}">
                <a16:creationId xmlns:a16="http://schemas.microsoft.com/office/drawing/2014/main" id="{0E8121FC-D9DE-00EA-638E-899E0864B83E}"/>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תמונה 4">
            <a:extLst>
              <a:ext uri="{FF2B5EF4-FFF2-40B4-BE49-F238E27FC236}">
                <a16:creationId xmlns:a16="http://schemas.microsoft.com/office/drawing/2014/main" id="{A80F7444-1CB3-EFB5-251A-98D0E23A8316}"/>
              </a:ext>
            </a:extLst>
          </p:cNvPr>
          <p:cNvPicPr>
            <a:picLocks noChangeAspect="1"/>
          </p:cNvPicPr>
          <p:nvPr/>
        </p:nvPicPr>
        <p:blipFill>
          <a:blip r:embed="rId3"/>
          <a:stretch>
            <a:fillRect/>
          </a:stretch>
        </p:blipFill>
        <p:spPr>
          <a:xfrm>
            <a:off x="9314116" y="89323"/>
            <a:ext cx="2765658" cy="460943"/>
          </a:xfrm>
          <a:prstGeom prst="rect">
            <a:avLst/>
          </a:prstGeom>
        </p:spPr>
      </p:pic>
    </p:spTree>
    <p:extLst>
      <p:ext uri="{BB962C8B-B14F-4D97-AF65-F5344CB8AC3E}">
        <p14:creationId xmlns:p14="http://schemas.microsoft.com/office/powerpoint/2010/main" val="2504005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154FFD5-6B01-1EAA-DB30-3602D8A0FED6}"/>
              </a:ext>
            </a:extLst>
          </p:cNvPr>
          <p:cNvSpPr>
            <a:spLocks noGrp="1"/>
          </p:cNvSpPr>
          <p:nvPr>
            <p:ph type="title"/>
          </p:nvPr>
        </p:nvSpPr>
        <p:spPr>
          <a:xfrm>
            <a:off x="466356" y="134937"/>
            <a:ext cx="10515600" cy="1325563"/>
          </a:xfrm>
        </p:spPr>
        <p:txBody>
          <a:bodyPr vert="horz" lIns="91440" tIns="45720" rIns="91440" bIns="45720" rtlCol="0" anchor="b">
            <a:normAutofit/>
          </a:bodyPr>
          <a:lstStyle/>
          <a:p>
            <a:pPr algn="l" rtl="0">
              <a:lnSpc>
                <a:spcPct val="90000"/>
              </a:lnSpc>
            </a:pPr>
            <a:r>
              <a:rPr lang="en-US" sz="3400" dirty="0">
                <a:solidFill>
                  <a:srgbClr val="4CAF50"/>
                </a:solidFill>
                <a:latin typeface="Aptos" panose="020B0004020202020204" pitchFamily="34" charset="0"/>
              </a:rPr>
              <a:t>Main modules - Config</a:t>
            </a:r>
          </a:p>
        </p:txBody>
      </p:sp>
      <p:sp>
        <p:nvSpPr>
          <p:cNvPr id="5" name="Rectangle 3">
            <a:extLst>
              <a:ext uri="{FF2B5EF4-FFF2-40B4-BE49-F238E27FC236}">
                <a16:creationId xmlns:a16="http://schemas.microsoft.com/office/drawing/2014/main" id="{C7EED313-339B-4E88-E6D4-E0003D4DA3D3}"/>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תמונה 7">
            <a:extLst>
              <a:ext uri="{FF2B5EF4-FFF2-40B4-BE49-F238E27FC236}">
                <a16:creationId xmlns:a16="http://schemas.microsoft.com/office/drawing/2014/main" id="{4401B281-E719-09F3-7CAE-DD0B7DFC13D8}"/>
              </a:ext>
            </a:extLst>
          </p:cNvPr>
          <p:cNvPicPr>
            <a:picLocks noChangeAspect="1"/>
          </p:cNvPicPr>
          <p:nvPr/>
        </p:nvPicPr>
        <p:blipFill>
          <a:blip r:embed="rId2"/>
          <a:stretch>
            <a:fillRect/>
          </a:stretch>
        </p:blipFill>
        <p:spPr>
          <a:xfrm>
            <a:off x="9314116" y="89323"/>
            <a:ext cx="2765658" cy="460943"/>
          </a:xfrm>
          <a:prstGeom prst="rect">
            <a:avLst/>
          </a:prstGeom>
        </p:spPr>
      </p:pic>
      <p:sp>
        <p:nvSpPr>
          <p:cNvPr id="400" name="CfgCard 1"/>
          <p:cNvSpPr/>
          <p:nvPr/>
        </p:nvSpPr>
        <p:spPr>
          <a:xfrm>
            <a:off x="98056" y="1940522"/>
            <a:ext cx="6858000" cy="787400"/>
          </a:xfrm>
          <a:prstGeom prst="roundRect">
            <a:avLst>
              <a:gd name="adj" fmla="val 10000"/>
            </a:avLst>
          </a:prstGeom>
          <a:solidFill>
            <a:srgbClr val="2D2D2D"/>
          </a:solidFill>
          <a:ln w="0">
            <a:noFill/>
          </a:ln>
        </p:spPr>
        <p:txBody>
          <a:bodyPr/>
          <a:lstStyle/>
          <a:p>
            <a:endParaRPr/>
          </a:p>
        </p:txBody>
      </p:sp>
      <p:sp>
        <p:nvSpPr>
          <p:cNvPr id="401" name="CfgBadge 1"/>
          <p:cNvSpPr/>
          <p:nvPr/>
        </p:nvSpPr>
        <p:spPr>
          <a:xfrm>
            <a:off x="250456" y="2143722"/>
            <a:ext cx="431800" cy="431800"/>
          </a:xfrm>
          <a:prstGeom prst="ellipse">
            <a:avLst/>
          </a:prstGeom>
          <a:solidFill>
            <a:srgbClr val="4CAF50"/>
          </a:solidFill>
          <a:ln w="0">
            <a:noFill/>
          </a:ln>
        </p:spPr>
        <p:txBody>
          <a:bodyPr lIns="0" tIns="0" rIns="0" bIns="0" rtlCol="0" anchor="ctr">
            <a:noAutofit/>
          </a:bodyPr>
          <a:lstStyle/>
          <a:p>
            <a:pPr algn="ctr"/>
            <a:r>
              <a:rPr lang="en-US" sz="1600" b="1" dirty="0">
                <a:solidFill>
                  <a:srgbClr val="121212"/>
                </a:solidFill>
              </a:rPr>
              <a:t>1</a:t>
            </a:r>
          </a:p>
        </p:txBody>
      </p:sp>
      <p:sp>
        <p:nvSpPr>
          <p:cNvPr id="402" name="CfgTxt 1"/>
          <p:cNvSpPr/>
          <p:nvPr/>
        </p:nvSpPr>
        <p:spPr>
          <a:xfrm>
            <a:off x="860056" y="1965922"/>
            <a:ext cx="5892800" cy="787400"/>
          </a:xfrm>
          <a:prstGeom prst="rect">
            <a:avLst/>
          </a:prstGeom>
          <a:noFill/>
        </p:spPr>
        <p:txBody>
          <a:bodyPr lIns="0" rIns="0" rtlCol="0" anchor="ctr">
            <a:normAutofit/>
          </a:bodyPr>
          <a:lstStyle/>
          <a:p>
            <a:pPr algn="l"/>
            <a:r>
              <a:rPr lang="en-US" sz="1600" dirty="0">
                <a:solidFill>
                  <a:srgbClr val="F0F0F0"/>
                </a:solidFill>
                <a:latin typeface="Aptos"/>
              </a:rPr>
              <a:t>The configuration layer manages environment variables and client/server settings.</a:t>
            </a:r>
          </a:p>
        </p:txBody>
      </p:sp>
      <p:sp>
        <p:nvSpPr>
          <p:cNvPr id="403" name="CfgCard 2"/>
          <p:cNvSpPr/>
          <p:nvPr/>
        </p:nvSpPr>
        <p:spPr>
          <a:xfrm>
            <a:off x="98056" y="2880322"/>
            <a:ext cx="6858000" cy="787400"/>
          </a:xfrm>
          <a:prstGeom prst="roundRect">
            <a:avLst>
              <a:gd name="adj" fmla="val 10000"/>
            </a:avLst>
          </a:prstGeom>
          <a:solidFill>
            <a:srgbClr val="2D2D2D"/>
          </a:solidFill>
          <a:ln w="0">
            <a:noFill/>
          </a:ln>
        </p:spPr>
        <p:txBody>
          <a:bodyPr/>
          <a:lstStyle/>
          <a:p>
            <a:endParaRPr/>
          </a:p>
        </p:txBody>
      </p:sp>
      <p:sp>
        <p:nvSpPr>
          <p:cNvPr id="404" name="CfgBadge 2"/>
          <p:cNvSpPr/>
          <p:nvPr/>
        </p:nvSpPr>
        <p:spPr>
          <a:xfrm>
            <a:off x="250456" y="3058122"/>
            <a:ext cx="431800" cy="431800"/>
          </a:xfrm>
          <a:prstGeom prst="ellipse">
            <a:avLst/>
          </a:prstGeom>
          <a:solidFill>
            <a:srgbClr val="4CAF50"/>
          </a:solidFill>
          <a:ln w="0">
            <a:noFill/>
          </a:ln>
        </p:spPr>
        <p:txBody>
          <a:bodyPr lIns="0" tIns="0" rIns="0" bIns="0" rtlCol="0" anchor="ctr">
            <a:noAutofit/>
          </a:bodyPr>
          <a:lstStyle/>
          <a:p>
            <a:pPr algn="ctr"/>
            <a:r>
              <a:rPr lang="en-US" sz="1600" b="1" dirty="0">
                <a:solidFill>
                  <a:srgbClr val="121212"/>
                </a:solidFill>
              </a:rPr>
              <a:t>2</a:t>
            </a:r>
          </a:p>
        </p:txBody>
      </p:sp>
      <p:sp>
        <p:nvSpPr>
          <p:cNvPr id="405" name="CfgTxt 2"/>
          <p:cNvSpPr/>
          <p:nvPr/>
        </p:nvSpPr>
        <p:spPr>
          <a:xfrm>
            <a:off x="860056" y="2880322"/>
            <a:ext cx="5892800" cy="787400"/>
          </a:xfrm>
          <a:prstGeom prst="rect">
            <a:avLst/>
          </a:prstGeom>
          <a:noFill/>
        </p:spPr>
        <p:txBody>
          <a:bodyPr lIns="0" rIns="0" rtlCol="0" anchor="ctr">
            <a:normAutofit/>
          </a:bodyPr>
          <a:lstStyle/>
          <a:p>
            <a:pPr algn="l"/>
            <a:r>
              <a:rPr lang="en-US" sz="1600" dirty="0">
                <a:solidFill>
                  <a:srgbClr val="F0F0F0"/>
                </a:solidFill>
                <a:latin typeface="Aptos"/>
              </a:rPr>
              <a:t>The server uses </a:t>
            </a:r>
            <a:r>
              <a:rPr lang="en-US" sz="1600" dirty="0" err="1">
                <a:solidFill>
                  <a:srgbClr val="F0F0F0"/>
                </a:solidFill>
                <a:latin typeface="Aptos"/>
              </a:rPr>
              <a:t>dotenv</a:t>
            </a:r>
            <a:r>
              <a:rPr lang="en-US" sz="1600" dirty="0">
                <a:solidFill>
                  <a:srgbClr val="F0F0F0"/>
                </a:solidFill>
                <a:latin typeface="Aptos"/>
              </a:rPr>
              <a:t> for database credentials and port configuration.</a:t>
            </a:r>
          </a:p>
        </p:txBody>
      </p:sp>
      <p:sp>
        <p:nvSpPr>
          <p:cNvPr id="406" name="CfgCard 3"/>
          <p:cNvSpPr/>
          <p:nvPr/>
        </p:nvSpPr>
        <p:spPr>
          <a:xfrm>
            <a:off x="98056" y="3794722"/>
            <a:ext cx="6858000" cy="787400"/>
          </a:xfrm>
          <a:prstGeom prst="roundRect">
            <a:avLst>
              <a:gd name="adj" fmla="val 10000"/>
            </a:avLst>
          </a:prstGeom>
          <a:solidFill>
            <a:srgbClr val="2D2D2D"/>
          </a:solidFill>
          <a:ln w="0">
            <a:noFill/>
          </a:ln>
        </p:spPr>
        <p:txBody>
          <a:bodyPr/>
          <a:lstStyle/>
          <a:p>
            <a:endParaRPr/>
          </a:p>
        </p:txBody>
      </p:sp>
      <p:sp>
        <p:nvSpPr>
          <p:cNvPr id="407" name="CfgBadge 3"/>
          <p:cNvSpPr/>
          <p:nvPr/>
        </p:nvSpPr>
        <p:spPr>
          <a:xfrm>
            <a:off x="250456" y="3972522"/>
            <a:ext cx="431800" cy="431800"/>
          </a:xfrm>
          <a:prstGeom prst="ellipse">
            <a:avLst/>
          </a:prstGeom>
          <a:solidFill>
            <a:srgbClr val="4CAF50"/>
          </a:solidFill>
          <a:ln w="0">
            <a:noFill/>
          </a:ln>
        </p:spPr>
        <p:txBody>
          <a:bodyPr lIns="0" tIns="0" rIns="0" bIns="0" rtlCol="0" anchor="ctr">
            <a:noAutofit/>
          </a:bodyPr>
          <a:lstStyle/>
          <a:p>
            <a:pPr algn="ctr"/>
            <a:r>
              <a:rPr lang="en-US" sz="1600" b="1" dirty="0">
                <a:solidFill>
                  <a:srgbClr val="121212"/>
                </a:solidFill>
              </a:rPr>
              <a:t>3</a:t>
            </a:r>
          </a:p>
        </p:txBody>
      </p:sp>
      <p:sp>
        <p:nvSpPr>
          <p:cNvPr id="408" name="CfgTxt 3"/>
          <p:cNvSpPr/>
          <p:nvPr/>
        </p:nvSpPr>
        <p:spPr>
          <a:xfrm>
            <a:off x="860056" y="3794722"/>
            <a:ext cx="5892800" cy="787400"/>
          </a:xfrm>
          <a:prstGeom prst="rect">
            <a:avLst/>
          </a:prstGeom>
          <a:noFill/>
        </p:spPr>
        <p:txBody>
          <a:bodyPr lIns="0" rIns="0" rtlCol="0" anchor="ctr">
            <a:normAutofit/>
          </a:bodyPr>
          <a:lstStyle/>
          <a:p>
            <a:pPr algn="l"/>
            <a:r>
              <a:rPr lang="en-US" sz="1600" dirty="0">
                <a:solidFill>
                  <a:srgbClr val="F0F0F0"/>
                </a:solidFill>
                <a:latin typeface="Aptos"/>
              </a:rPr>
              <a:t>The client uses config.js to keep API URLs centralized.</a:t>
            </a:r>
          </a:p>
        </p:txBody>
      </p:sp>
      <p:sp>
        <p:nvSpPr>
          <p:cNvPr id="409" name="CfgCard 4"/>
          <p:cNvSpPr/>
          <p:nvPr/>
        </p:nvSpPr>
        <p:spPr>
          <a:xfrm>
            <a:off x="98056" y="4709122"/>
            <a:ext cx="6858000" cy="787400"/>
          </a:xfrm>
          <a:prstGeom prst="roundRect">
            <a:avLst>
              <a:gd name="adj" fmla="val 10000"/>
            </a:avLst>
          </a:prstGeom>
          <a:solidFill>
            <a:srgbClr val="2D2D2D"/>
          </a:solidFill>
          <a:ln w="0">
            <a:noFill/>
          </a:ln>
        </p:spPr>
        <p:txBody>
          <a:bodyPr/>
          <a:lstStyle/>
          <a:p>
            <a:endParaRPr/>
          </a:p>
        </p:txBody>
      </p:sp>
      <p:sp>
        <p:nvSpPr>
          <p:cNvPr id="410" name="CfgBadge 4"/>
          <p:cNvSpPr/>
          <p:nvPr/>
        </p:nvSpPr>
        <p:spPr>
          <a:xfrm>
            <a:off x="250456" y="4886922"/>
            <a:ext cx="431800" cy="431800"/>
          </a:xfrm>
          <a:prstGeom prst="ellipse">
            <a:avLst/>
          </a:prstGeom>
          <a:solidFill>
            <a:srgbClr val="4CAF50"/>
          </a:solidFill>
          <a:ln w="0">
            <a:noFill/>
          </a:ln>
        </p:spPr>
        <p:txBody>
          <a:bodyPr lIns="0" tIns="0" rIns="0" bIns="0" rtlCol="0" anchor="ctr">
            <a:noAutofit/>
          </a:bodyPr>
          <a:lstStyle/>
          <a:p>
            <a:pPr algn="ctr"/>
            <a:r>
              <a:rPr lang="en-US" sz="1600" b="1" dirty="0">
                <a:solidFill>
                  <a:srgbClr val="121212"/>
                </a:solidFill>
              </a:rPr>
              <a:t>4</a:t>
            </a:r>
          </a:p>
        </p:txBody>
      </p:sp>
      <p:sp>
        <p:nvSpPr>
          <p:cNvPr id="411" name="CfgTxt 4"/>
          <p:cNvSpPr/>
          <p:nvPr/>
        </p:nvSpPr>
        <p:spPr>
          <a:xfrm>
            <a:off x="860056" y="4709122"/>
            <a:ext cx="5892800" cy="787400"/>
          </a:xfrm>
          <a:prstGeom prst="rect">
            <a:avLst/>
          </a:prstGeom>
          <a:noFill/>
        </p:spPr>
        <p:txBody>
          <a:bodyPr lIns="0" rIns="0" rtlCol="0" anchor="ctr">
            <a:normAutofit/>
          </a:bodyPr>
          <a:lstStyle/>
          <a:p>
            <a:pPr algn="l"/>
            <a:r>
              <a:rPr lang="en-US" sz="1600" dirty="0">
                <a:solidFill>
                  <a:srgbClr val="F0F0F0"/>
                </a:solidFill>
                <a:latin typeface="Aptos"/>
              </a:rPr>
              <a:t>Upload paths are defined in the server and served through /uploads.</a:t>
            </a:r>
          </a:p>
        </p:txBody>
      </p:sp>
      <p:sp>
        <p:nvSpPr>
          <p:cNvPr id="412" name="CfgCard 5"/>
          <p:cNvSpPr/>
          <p:nvPr/>
        </p:nvSpPr>
        <p:spPr>
          <a:xfrm>
            <a:off x="98056" y="5623522"/>
            <a:ext cx="6858000" cy="787400"/>
          </a:xfrm>
          <a:prstGeom prst="roundRect">
            <a:avLst>
              <a:gd name="adj" fmla="val 10000"/>
            </a:avLst>
          </a:prstGeom>
          <a:solidFill>
            <a:srgbClr val="2D2D2D"/>
          </a:solidFill>
          <a:ln w="0">
            <a:noFill/>
          </a:ln>
        </p:spPr>
        <p:txBody>
          <a:bodyPr/>
          <a:lstStyle/>
          <a:p>
            <a:endParaRPr/>
          </a:p>
        </p:txBody>
      </p:sp>
      <p:sp>
        <p:nvSpPr>
          <p:cNvPr id="413" name="CfgBadge 5"/>
          <p:cNvSpPr/>
          <p:nvPr/>
        </p:nvSpPr>
        <p:spPr>
          <a:xfrm>
            <a:off x="250456" y="5801322"/>
            <a:ext cx="431800" cy="431800"/>
          </a:xfrm>
          <a:prstGeom prst="ellipse">
            <a:avLst/>
          </a:prstGeom>
          <a:solidFill>
            <a:srgbClr val="4CAF50"/>
          </a:solidFill>
          <a:ln w="0">
            <a:noFill/>
          </a:ln>
        </p:spPr>
        <p:txBody>
          <a:bodyPr lIns="0" tIns="0" rIns="0" bIns="0" rtlCol="0" anchor="ctr">
            <a:noAutofit/>
          </a:bodyPr>
          <a:lstStyle/>
          <a:p>
            <a:pPr algn="ctr"/>
            <a:r>
              <a:rPr lang="en-US" sz="1600" b="1" dirty="0">
                <a:solidFill>
                  <a:srgbClr val="121212"/>
                </a:solidFill>
              </a:rPr>
              <a:t>5</a:t>
            </a:r>
          </a:p>
        </p:txBody>
      </p:sp>
      <p:sp>
        <p:nvSpPr>
          <p:cNvPr id="414" name="CfgTxt 5"/>
          <p:cNvSpPr/>
          <p:nvPr/>
        </p:nvSpPr>
        <p:spPr>
          <a:xfrm>
            <a:off x="860056" y="5623522"/>
            <a:ext cx="5892800" cy="787400"/>
          </a:xfrm>
          <a:prstGeom prst="rect">
            <a:avLst/>
          </a:prstGeom>
          <a:noFill/>
        </p:spPr>
        <p:txBody>
          <a:bodyPr lIns="0" rIns="0" rtlCol="0" anchor="ctr">
            <a:normAutofit/>
          </a:bodyPr>
          <a:lstStyle/>
          <a:p>
            <a:pPr algn="l"/>
            <a:r>
              <a:rPr lang="en-US" sz="1600" dirty="0">
                <a:solidFill>
                  <a:srgbClr val="F0F0F0"/>
                </a:solidFill>
                <a:latin typeface="Aptos"/>
              </a:rPr>
              <a:t>This avoids hard-coded values across components and routes.</a:t>
            </a:r>
          </a:p>
        </p:txBody>
      </p:sp>
      <p:pic>
        <p:nvPicPr>
          <p:cNvPr id="4" name="Picture 3">
            <a:extLst>
              <a:ext uri="{FF2B5EF4-FFF2-40B4-BE49-F238E27FC236}">
                <a16:creationId xmlns:a16="http://schemas.microsoft.com/office/drawing/2014/main" id="{5E12AFBB-6E28-6909-47C9-D21762C16D61}"/>
              </a:ext>
            </a:extLst>
          </p:cNvPr>
          <p:cNvPicPr>
            <a:picLocks/>
          </p:cNvPicPr>
          <p:nvPr/>
        </p:nvPicPr>
        <p:blipFill>
          <a:blip r:embed="rId3"/>
          <a:stretch>
            <a:fillRect/>
          </a:stretch>
        </p:blipFill>
        <p:spPr>
          <a:xfrm>
            <a:off x="7188872" y="1965922"/>
            <a:ext cx="4752672" cy="2603500"/>
          </a:xfrm>
          <a:prstGeom prst="rect">
            <a:avLst/>
          </a:prstGeom>
          <a:ln w="19050">
            <a:solidFill>
              <a:srgbClr val="1D7E4F"/>
            </a:solidFill>
          </a:ln>
        </p:spPr>
      </p:pic>
    </p:spTree>
    <p:extLst>
      <p:ext uri="{BB962C8B-B14F-4D97-AF65-F5344CB8AC3E}">
        <p14:creationId xmlns:p14="http://schemas.microsoft.com/office/powerpoint/2010/main" val="1657137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3137299-565D-E9F3-A2CE-6DD48EE2A665}"/>
              </a:ext>
            </a:extLst>
          </p:cNvPr>
          <p:cNvSpPr>
            <a:spLocks noGrp="1"/>
          </p:cNvSpPr>
          <p:nvPr>
            <p:ph type="title"/>
          </p:nvPr>
        </p:nvSpPr>
        <p:spPr/>
        <p:txBody>
          <a:bodyPr>
            <a:normAutofit/>
          </a:bodyPr>
          <a:lstStyle/>
          <a:p>
            <a:pPr algn="l">
              <a:lnSpc>
                <a:spcPct val="90000"/>
              </a:lnSpc>
            </a:pPr>
            <a:r>
              <a:rPr lang="en-US" sz="3400" err="1">
                <a:solidFill>
                  <a:srgbClr val="4CAF50"/>
                </a:solidFill>
                <a:latin typeface="Aptos" panose="020B0004020202020204" pitchFamily="34" charset="0"/>
              </a:rPr>
              <a:t>Main modules - Controllers</a:t>
            </a:r>
            <a:endParaRPr lang="he-IL" sz="3400" err="1">
              <a:solidFill>
                <a:srgbClr val="4CAF50"/>
              </a:solidFill>
              <a:latin typeface="Aptos" panose="020B0004020202020204" pitchFamily="34" charset="0"/>
            </a:endParaRPr>
          </a:p>
        </p:txBody>
      </p:sp>
      <p:sp>
        <p:nvSpPr>
          <p:cNvPr id="3" name="מציין מיקום תוכן 2">
            <a:extLst>
              <a:ext uri="{FF2B5EF4-FFF2-40B4-BE49-F238E27FC236}">
                <a16:creationId xmlns:a16="http://schemas.microsoft.com/office/drawing/2014/main" id="{DCFA301A-C885-C742-6D2D-D68EA3E52BC2}"/>
              </a:ext>
            </a:extLst>
          </p:cNvPr>
          <p:cNvSpPr>
            <a:spLocks noGrp="1"/>
          </p:cNvSpPr>
          <p:nvPr>
            <p:ph idx="1"/>
          </p:nvPr>
        </p:nvSpPr>
        <p:spPr>
          <a:xfrm>
            <a:off x="260684" y="1825625"/>
            <a:ext cx="6822948" cy="4351338"/>
          </a:xfrm>
        </p:spPr>
        <p:txBody>
          <a:bodyPr>
            <a:normAutofit/>
          </a:bodyPr>
          <a:lstStyle/>
          <a:p>
            <a:pPr marL="0" indent="0" algn="l" rtl="0">
              <a:buNone/>
            </a:pPr>
            <a:r>
              <a:rPr lang="en-US" sz="1600" dirty="0">
                <a:solidFill>
                  <a:srgbClr val="F0F0F0"/>
                </a:solidFill>
                <a:latin typeface="Aptos" panose="020B0004020202020204" pitchFamily="34" charset="0"/>
              </a:rPr>
              <a:t>The controller receives HTTP requests from the frontend, checks authentication and permissions, validates the data, performs database operations, writes audit entries, and sends an appropriate JSON response back to the client.</a:t>
            </a:r>
            <a:endParaRPr lang="he-IL" sz="1600" dirty="0" err="1">
              <a:solidFill>
                <a:srgbClr val="F0F0F0"/>
              </a:solidFill>
              <a:latin typeface="Aptos" panose="020B0004020202020204" pitchFamily="34" charset="0"/>
            </a:endParaRPr>
          </a:p>
        </p:txBody>
      </p:sp>
      <p:pic>
        <p:nvPicPr>
          <p:cNvPr id="6" name="Picture 5">
            <a:extLst>
              <a:ext uri="{FF2B5EF4-FFF2-40B4-BE49-F238E27FC236}">
                <a16:creationId xmlns:a16="http://schemas.microsoft.com/office/drawing/2014/main" id="{F5BAE65D-92B3-0F74-67D9-7CC5F8242D31}"/>
              </a:ext>
            </a:extLst>
          </p:cNvPr>
          <p:cNvPicPr>
            <a:picLocks/>
          </p:cNvPicPr>
          <p:nvPr/>
        </p:nvPicPr>
        <p:blipFill>
          <a:blip r:embed="rId2"/>
          <a:stretch>
            <a:fillRect/>
          </a:stretch>
        </p:blipFill>
        <p:spPr>
          <a:xfrm>
            <a:off x="7083632" y="1652147"/>
            <a:ext cx="5108368" cy="3716338"/>
          </a:xfrm>
          <a:prstGeom prst="rect">
            <a:avLst/>
          </a:prstGeom>
          <a:ln w="19050">
            <a:solidFill>
              <a:srgbClr val="1D7E4F"/>
            </a:solidFill>
          </a:ln>
        </p:spPr>
      </p:pic>
      <p:sp>
        <p:nvSpPr>
          <p:cNvPr id="4" name="Rectangle 3">
            <a:extLst>
              <a:ext uri="{FF2B5EF4-FFF2-40B4-BE49-F238E27FC236}">
                <a16:creationId xmlns:a16="http://schemas.microsoft.com/office/drawing/2014/main" id="{4E0436AA-8769-81A3-1D77-6E63F4FA2948}"/>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תמונה 4">
            <a:extLst>
              <a:ext uri="{FF2B5EF4-FFF2-40B4-BE49-F238E27FC236}">
                <a16:creationId xmlns:a16="http://schemas.microsoft.com/office/drawing/2014/main" id="{9C8610DB-1675-D0D5-15A1-461F8297E285}"/>
              </a:ext>
            </a:extLst>
          </p:cNvPr>
          <p:cNvPicPr>
            <a:picLocks noChangeAspect="1"/>
          </p:cNvPicPr>
          <p:nvPr/>
        </p:nvPicPr>
        <p:blipFill>
          <a:blip r:embed="rId3"/>
          <a:stretch>
            <a:fillRect/>
          </a:stretch>
        </p:blipFill>
        <p:spPr>
          <a:xfrm>
            <a:off x="9314116" y="89323"/>
            <a:ext cx="2765658" cy="460943"/>
          </a:xfrm>
          <a:prstGeom prst="rect">
            <a:avLst/>
          </a:prstGeom>
        </p:spPr>
      </p:pic>
    </p:spTree>
    <p:extLst>
      <p:ext uri="{BB962C8B-B14F-4D97-AF65-F5344CB8AC3E}">
        <p14:creationId xmlns:p14="http://schemas.microsoft.com/office/powerpoint/2010/main" val="3104839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3C3EEFF-0E8E-A010-7B3D-81DBE4514584}"/>
              </a:ext>
            </a:extLst>
          </p:cNvPr>
          <p:cNvSpPr>
            <a:spLocks noGrp="1"/>
          </p:cNvSpPr>
          <p:nvPr>
            <p:ph type="title"/>
          </p:nvPr>
        </p:nvSpPr>
        <p:spPr/>
        <p:txBody>
          <a:bodyPr/>
          <a:lstStyle/>
          <a:p>
            <a:pPr algn="l"/>
            <a:r>
              <a:rPr lang="en-US" sz="3400" dirty="0">
                <a:solidFill>
                  <a:srgbClr val="4CAF50"/>
                </a:solidFill>
                <a:latin typeface="Aptos" panose="020B0004020202020204" pitchFamily="34" charset="0"/>
              </a:rPr>
              <a:t>Main modules - Models</a:t>
            </a:r>
            <a:endParaRPr lang="he-IL" sz="3400" dirty="0" err="1">
              <a:solidFill>
                <a:srgbClr val="4CAF50"/>
              </a:solidFill>
              <a:latin typeface="Aptos" panose="020B0004020202020204" pitchFamily="34" charset="0"/>
            </a:endParaRPr>
          </a:p>
        </p:txBody>
      </p:sp>
      <p:sp>
        <p:nvSpPr>
          <p:cNvPr id="5" name="מציין מיקום תוכן 4">
            <a:extLst>
              <a:ext uri="{FF2B5EF4-FFF2-40B4-BE49-F238E27FC236}">
                <a16:creationId xmlns:a16="http://schemas.microsoft.com/office/drawing/2014/main" id="{F11CC157-9166-03AA-4C7F-2CABCB228AD7}"/>
              </a:ext>
            </a:extLst>
          </p:cNvPr>
          <p:cNvSpPr>
            <a:spLocks noGrp="1"/>
          </p:cNvSpPr>
          <p:nvPr>
            <p:ph idx="1"/>
          </p:nvPr>
        </p:nvSpPr>
        <p:spPr>
          <a:xfrm>
            <a:off x="0" y="1986842"/>
            <a:ext cx="7842076" cy="4351338"/>
          </a:xfrm>
        </p:spPr>
        <p:txBody>
          <a:bodyPr>
            <a:normAutofit/>
          </a:bodyPr>
          <a:lstStyle/>
          <a:p>
            <a:pPr marL="269875" indent="-269875" algn="l" rtl="0">
              <a:buFont typeface="+mj-lt"/>
              <a:buAutoNum type="arabicPeriod"/>
            </a:pPr>
            <a:r>
              <a:rPr lang="en-US" sz="1600" dirty="0">
                <a:solidFill>
                  <a:srgbClr val="F0F0F0"/>
                </a:solidFill>
                <a:latin typeface="Aptos" panose="020B0004020202020204" pitchFamily="34" charset="0"/>
              </a:rPr>
              <a:t>The model layer is responsible for core data operations in the system:</a:t>
            </a:r>
          </a:p>
          <a:p>
            <a:pPr marL="269875" indent="-269875" algn="l" rtl="0">
              <a:buFont typeface="+mj-lt"/>
              <a:buAutoNum type="arabicPeriod"/>
            </a:pPr>
            <a:r>
              <a:rPr lang="en-US" sz="1600" dirty="0">
                <a:solidFill>
                  <a:srgbClr val="F0F0F0"/>
                </a:solidFill>
                <a:latin typeface="Aptos" panose="020B0004020202020204" pitchFamily="34" charset="0"/>
              </a:rPr>
              <a:t>Communicating with the MySQL database.</a:t>
            </a:r>
          </a:p>
          <a:p>
            <a:pPr marL="269875" indent="-269875" algn="l" rtl="0">
              <a:buFont typeface="+mj-lt"/>
              <a:buAutoNum type="arabicPeriod"/>
            </a:pPr>
            <a:r>
              <a:rPr lang="en-US" sz="1600" dirty="0">
                <a:solidFill>
                  <a:srgbClr val="F0F0F0"/>
                </a:solidFill>
                <a:latin typeface="Aptos" panose="020B0004020202020204" pitchFamily="34" charset="0"/>
              </a:rPr>
              <a:t>Handling data validation for users, areas, and plants.</a:t>
            </a:r>
          </a:p>
          <a:p>
            <a:pPr marL="269875" indent="-269875" algn="l" rtl="0">
              <a:buFont typeface="+mj-lt"/>
              <a:buAutoNum type="arabicPeriod"/>
            </a:pPr>
            <a:r>
              <a:rPr lang="en-US" sz="1600" dirty="0">
                <a:solidFill>
                  <a:srgbClr val="F0F0F0"/>
                </a:solidFill>
                <a:latin typeface="Aptos" panose="020B0004020202020204" pitchFamily="34" charset="0"/>
              </a:rPr>
              <a:t>Managing relationships between users, area permissions, and plant records.</a:t>
            </a:r>
          </a:p>
          <a:p>
            <a:pPr marL="269875" indent="-269875" algn="l" rtl="0">
              <a:buFont typeface="+mj-lt"/>
              <a:buAutoNum type="arabicPeriod"/>
            </a:pPr>
            <a:r>
              <a:rPr lang="en-US" sz="1600" dirty="0">
                <a:solidFill>
                  <a:srgbClr val="F0F0F0"/>
                </a:solidFill>
                <a:latin typeface="Aptos" panose="020B0004020202020204" pitchFamily="34" charset="0"/>
              </a:rPr>
              <a:t>Checking map or image coordinates before saving plants.</a:t>
            </a:r>
          </a:p>
          <a:p>
            <a:pPr marL="269875" indent="-269875" algn="l" rtl="0">
              <a:buFont typeface="+mj-lt"/>
              <a:buAutoNum type="arabicPeriod"/>
            </a:pPr>
            <a:r>
              <a:rPr lang="en-US" sz="1600" dirty="0">
                <a:solidFill>
                  <a:srgbClr val="F0F0F0"/>
                </a:solidFill>
                <a:latin typeface="Aptos" panose="020B0004020202020204" pitchFamily="34" charset="0"/>
              </a:rPr>
              <a:t>Performing audit logging for every important create, update, delete, and login action.</a:t>
            </a:r>
          </a:p>
          <a:p>
            <a:pPr marL="269875" indent="-269875" algn="l" rtl="0">
              <a:buFont typeface="+mj-lt"/>
              <a:buAutoNum type="arabicPeriod"/>
            </a:pPr>
            <a:r>
              <a:rPr lang="en-US" sz="1600" dirty="0">
                <a:solidFill>
                  <a:srgbClr val="F0F0F0"/>
                </a:solidFill>
                <a:latin typeface="Aptos" panose="020B0004020202020204" pitchFamily="34" charset="0"/>
              </a:rPr>
              <a:t>Supporting the full HTTP request-response cycle.</a:t>
            </a:r>
            <a:endParaRPr lang="he-IL" sz="1600" dirty="0" err="1">
              <a:solidFill>
                <a:srgbClr val="F0F0F0"/>
              </a:solidFill>
              <a:latin typeface="Aptos" panose="020B0004020202020204" pitchFamily="34" charset="0"/>
            </a:endParaRPr>
          </a:p>
        </p:txBody>
      </p:sp>
      <p:pic>
        <p:nvPicPr>
          <p:cNvPr id="4" name="Picture 3">
            <a:extLst>
              <a:ext uri="{FF2B5EF4-FFF2-40B4-BE49-F238E27FC236}">
                <a16:creationId xmlns:a16="http://schemas.microsoft.com/office/drawing/2014/main" id="{64D3D5D6-FFE9-209D-8873-D2C84E9DCC30}"/>
              </a:ext>
            </a:extLst>
          </p:cNvPr>
          <p:cNvPicPr>
            <a:picLocks/>
          </p:cNvPicPr>
          <p:nvPr/>
        </p:nvPicPr>
        <p:blipFill>
          <a:blip r:embed="rId2"/>
          <a:stretch>
            <a:fillRect/>
          </a:stretch>
        </p:blipFill>
        <p:spPr>
          <a:xfrm>
            <a:off x="7842076" y="1732588"/>
            <a:ext cx="4349924" cy="2471823"/>
          </a:xfrm>
          <a:prstGeom prst="rect">
            <a:avLst/>
          </a:prstGeom>
          <a:ln w="19050">
            <a:solidFill>
              <a:srgbClr val="1D7E4F"/>
            </a:solidFill>
          </a:ln>
        </p:spPr>
      </p:pic>
      <p:pic>
        <p:nvPicPr>
          <p:cNvPr id="9" name="Picture 8">
            <a:extLst>
              <a:ext uri="{FF2B5EF4-FFF2-40B4-BE49-F238E27FC236}">
                <a16:creationId xmlns:a16="http://schemas.microsoft.com/office/drawing/2014/main" id="{93B106E9-181D-E215-EB51-A8B7378BC379}"/>
              </a:ext>
            </a:extLst>
          </p:cNvPr>
          <p:cNvPicPr>
            <a:picLocks/>
          </p:cNvPicPr>
          <p:nvPr/>
        </p:nvPicPr>
        <p:blipFill>
          <a:blip r:embed="rId3"/>
          <a:stretch>
            <a:fillRect/>
          </a:stretch>
        </p:blipFill>
        <p:spPr>
          <a:xfrm>
            <a:off x="7842076" y="4220206"/>
            <a:ext cx="4349924" cy="2548471"/>
          </a:xfrm>
          <a:prstGeom prst="rect">
            <a:avLst/>
          </a:prstGeom>
          <a:ln w="19050">
            <a:solidFill>
              <a:srgbClr val="1D7E4F"/>
            </a:solidFill>
          </a:ln>
        </p:spPr>
      </p:pic>
      <p:sp>
        <p:nvSpPr>
          <p:cNvPr id="3" name="Rectangle 3">
            <a:extLst>
              <a:ext uri="{FF2B5EF4-FFF2-40B4-BE49-F238E27FC236}">
                <a16:creationId xmlns:a16="http://schemas.microsoft.com/office/drawing/2014/main" id="{9306E7F7-6AD1-BD7A-33CB-D92CD4695BBA}"/>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תמונה 5">
            <a:extLst>
              <a:ext uri="{FF2B5EF4-FFF2-40B4-BE49-F238E27FC236}">
                <a16:creationId xmlns:a16="http://schemas.microsoft.com/office/drawing/2014/main" id="{E43A0175-5BA3-FBE8-31EB-802249BBA706}"/>
              </a:ext>
            </a:extLst>
          </p:cNvPr>
          <p:cNvPicPr>
            <a:picLocks noChangeAspect="1"/>
          </p:cNvPicPr>
          <p:nvPr/>
        </p:nvPicPr>
        <p:blipFill>
          <a:blip r:embed="rId4"/>
          <a:stretch>
            <a:fillRect/>
          </a:stretch>
        </p:blipFill>
        <p:spPr>
          <a:xfrm>
            <a:off x="9314116" y="89323"/>
            <a:ext cx="2765658" cy="460943"/>
          </a:xfrm>
          <a:prstGeom prst="rect">
            <a:avLst/>
          </a:prstGeom>
        </p:spPr>
      </p:pic>
    </p:spTree>
    <p:extLst>
      <p:ext uri="{BB962C8B-B14F-4D97-AF65-F5344CB8AC3E}">
        <p14:creationId xmlns:p14="http://schemas.microsoft.com/office/powerpoint/2010/main" val="625171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E5EF9EC-DEB1-797C-8E98-4E0D76D5211E}"/>
              </a:ext>
            </a:extLst>
          </p:cNvPr>
          <p:cNvSpPr>
            <a:spLocks noGrp="1"/>
          </p:cNvSpPr>
          <p:nvPr>
            <p:ph type="title"/>
          </p:nvPr>
        </p:nvSpPr>
        <p:spPr/>
        <p:txBody>
          <a:bodyPr vert="horz" lIns="91440" tIns="45720" rIns="91440" bIns="45720" rtlCol="0" anchor="t">
            <a:normAutofit/>
          </a:bodyPr>
          <a:lstStyle/>
          <a:p>
            <a:pPr algn="l" rtl="0"/>
            <a:r>
              <a:rPr lang="en-US" sz="3400" u="sng">
                <a:solidFill>
                  <a:srgbClr val="4CAF50"/>
                </a:solidFill>
                <a:latin typeface="Aptos" panose="020B0004020202020204" pitchFamily="34" charset="0"/>
              </a:rPr>
              <a:t>Main products:  </a:t>
            </a:r>
            <a:br>
              <a:rPr lang="en-US" sz="3400" u="sng">
                <a:solidFill>
                  <a:srgbClr val="4CAF50"/>
                </a:solidFill>
                <a:latin typeface="Aptos" panose="020B0004020202020204" pitchFamily="34" charset="0"/>
              </a:rPr>
            </a:br>
            <a:r>
              <a:rPr lang="en-US" sz="3400" u="sng">
                <a:solidFill>
                  <a:srgbClr val="4CAF50"/>
                </a:solidFill>
                <a:latin typeface="Aptos" panose="020B0004020202020204" pitchFamily="34" charset="0"/>
              </a:rPr>
              <a:t>Home Page – Before Login</a:t>
            </a:r>
            <a:endParaRPr lang="en-US" sz="3400" dirty="0" err="1">
              <a:solidFill>
                <a:srgbClr val="4CAF50"/>
              </a:solidFill>
              <a:latin typeface="Aptos" panose="020B0004020202020204" pitchFamily="34" charset="0"/>
            </a:endParaRPr>
          </a:p>
        </p:txBody>
      </p:sp>
      <p:pic>
        <p:nvPicPr>
          <p:cNvPr id="4" name="תמונה 3">
            <a:extLst>
              <a:ext uri="{FF2B5EF4-FFF2-40B4-BE49-F238E27FC236}">
                <a16:creationId xmlns:a16="http://schemas.microsoft.com/office/drawing/2014/main" id="{97C86A80-C933-C61F-5BBB-DFA9A6C9B884}"/>
              </a:ext>
            </a:extLst>
          </p:cNvPr>
          <p:cNvPicPr>
            <a:picLocks noChangeAspect="1"/>
          </p:cNvPicPr>
          <p:nvPr/>
        </p:nvPicPr>
        <p:blipFill>
          <a:blip r:embed="rId2"/>
          <a:stretch>
            <a:fillRect/>
          </a:stretch>
        </p:blipFill>
        <p:spPr>
          <a:xfrm>
            <a:off x="9314116" y="89323"/>
            <a:ext cx="2765658" cy="460943"/>
          </a:xfrm>
          <a:prstGeom prst="rect">
            <a:avLst/>
          </a:prstGeom>
        </p:spPr>
      </p:pic>
      <p:pic>
        <p:nvPicPr>
          <p:cNvPr id="19" name="תמונה 18">
            <a:extLst>
              <a:ext uri="{FF2B5EF4-FFF2-40B4-BE49-F238E27FC236}">
                <a16:creationId xmlns:a16="http://schemas.microsoft.com/office/drawing/2014/main" id="{721C01E6-1495-9F7E-062C-F23FC8A00B89}"/>
              </a:ext>
            </a:extLst>
          </p:cNvPr>
          <p:cNvPicPr>
            <a:picLocks noChangeAspect="1"/>
          </p:cNvPicPr>
          <p:nvPr/>
        </p:nvPicPr>
        <p:blipFill>
          <a:blip r:embed="rId3"/>
          <a:stretch>
            <a:fillRect/>
          </a:stretch>
        </p:blipFill>
        <p:spPr>
          <a:xfrm>
            <a:off x="1963553" y="2217111"/>
            <a:ext cx="8264893" cy="464088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20" name="Rectangle 3">
            <a:extLst>
              <a:ext uri="{FF2B5EF4-FFF2-40B4-BE49-F238E27FC236}">
                <a16:creationId xmlns:a16="http://schemas.microsoft.com/office/drawing/2014/main" id="{BAD7A1BC-6C58-F60F-BAD9-4A124D1B1733}"/>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16974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80550-25A7-C03E-1E2C-41A4FB2DADF6}"/>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E44DAAAB-E843-CCD9-6E08-D036EF6090A8}"/>
              </a:ext>
            </a:extLst>
          </p:cNvPr>
          <p:cNvSpPr>
            <a:spLocks noGrp="1"/>
          </p:cNvSpPr>
          <p:nvPr>
            <p:ph type="title"/>
          </p:nvPr>
        </p:nvSpPr>
        <p:spPr/>
        <p:txBody>
          <a:bodyPr vert="horz" lIns="91440" tIns="45720" rIns="91440" bIns="45720" rtlCol="0" anchor="t">
            <a:normAutofit/>
          </a:bodyPr>
          <a:lstStyle/>
          <a:p>
            <a:pPr algn="l" rtl="0"/>
            <a:r>
              <a:rPr lang="en-US" sz="3400" u="sng" dirty="0">
                <a:solidFill>
                  <a:srgbClr val="4CAF50"/>
                </a:solidFill>
                <a:latin typeface="Aptos" panose="020B0004020202020204" pitchFamily="34" charset="0"/>
              </a:rPr>
              <a:t>Main products:  </a:t>
            </a:r>
            <a:br>
              <a:rPr lang="en-US" sz="3400" u="sng" dirty="0">
                <a:solidFill>
                  <a:srgbClr val="4CAF50"/>
                </a:solidFill>
                <a:latin typeface="Aptos" panose="020B0004020202020204" pitchFamily="34" charset="0"/>
              </a:rPr>
            </a:br>
            <a:r>
              <a:rPr lang="en-US" sz="3400" u="sng" dirty="0">
                <a:solidFill>
                  <a:srgbClr val="4CAF50"/>
                </a:solidFill>
                <a:latin typeface="Aptos" panose="020B0004020202020204" pitchFamily="34" charset="0"/>
              </a:rPr>
              <a:t>Register Page:</a:t>
            </a:r>
            <a:endParaRPr lang="en-US" sz="3400" dirty="0">
              <a:solidFill>
                <a:srgbClr val="4CAF50"/>
              </a:solidFill>
              <a:latin typeface="Aptos" panose="020B0004020202020204" pitchFamily="34" charset="0"/>
            </a:endParaRPr>
          </a:p>
        </p:txBody>
      </p:sp>
      <p:pic>
        <p:nvPicPr>
          <p:cNvPr id="4" name="תמונה 3">
            <a:extLst>
              <a:ext uri="{FF2B5EF4-FFF2-40B4-BE49-F238E27FC236}">
                <a16:creationId xmlns:a16="http://schemas.microsoft.com/office/drawing/2014/main" id="{1051E1A0-0146-CA23-0EBB-0F2D9858D479}"/>
              </a:ext>
            </a:extLst>
          </p:cNvPr>
          <p:cNvPicPr>
            <a:picLocks noChangeAspect="1"/>
          </p:cNvPicPr>
          <p:nvPr/>
        </p:nvPicPr>
        <p:blipFill>
          <a:blip r:embed="rId2"/>
          <a:stretch>
            <a:fillRect/>
          </a:stretch>
        </p:blipFill>
        <p:spPr>
          <a:xfrm>
            <a:off x="9314116" y="89323"/>
            <a:ext cx="2765658" cy="460943"/>
          </a:xfrm>
          <a:prstGeom prst="rect">
            <a:avLst/>
          </a:prstGeom>
        </p:spPr>
      </p:pic>
      <p:pic>
        <p:nvPicPr>
          <p:cNvPr id="5" name="תמונה 4">
            <a:extLst>
              <a:ext uri="{FF2B5EF4-FFF2-40B4-BE49-F238E27FC236}">
                <a16:creationId xmlns:a16="http://schemas.microsoft.com/office/drawing/2014/main" id="{98937C27-22FE-7805-5536-71AE5BB524E6}"/>
              </a:ext>
            </a:extLst>
          </p:cNvPr>
          <p:cNvPicPr>
            <a:picLocks noChangeAspect="1"/>
          </p:cNvPicPr>
          <p:nvPr/>
        </p:nvPicPr>
        <p:blipFill>
          <a:blip r:embed="rId3"/>
          <a:stretch>
            <a:fillRect/>
          </a:stretch>
        </p:blipFill>
        <p:spPr>
          <a:xfrm>
            <a:off x="2788207" y="1690688"/>
            <a:ext cx="6525909" cy="5167312"/>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6" name="Rectangle 3">
            <a:extLst>
              <a:ext uri="{FF2B5EF4-FFF2-40B4-BE49-F238E27FC236}">
                <a16:creationId xmlns:a16="http://schemas.microsoft.com/office/drawing/2014/main" id="{5AFB8063-1BB1-3C34-FA4C-87322FBCAB23}"/>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00314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CD4F720-0D60-9F9A-168B-4D08FDE1642B}"/>
              </a:ext>
            </a:extLst>
          </p:cNvPr>
          <p:cNvSpPr>
            <a:spLocks noGrp="1"/>
          </p:cNvSpPr>
          <p:nvPr>
            <p:ph type="title"/>
          </p:nvPr>
        </p:nvSpPr>
        <p:spPr/>
        <p:txBody>
          <a:bodyPr vert="horz" lIns="91440" tIns="45720" rIns="91440" bIns="45720" rtlCol="0" anchor="t">
            <a:normAutofit/>
          </a:bodyPr>
          <a:lstStyle/>
          <a:p>
            <a:pPr algn="l" rtl="0"/>
            <a:r>
              <a:rPr lang="en-US" sz="3400" u="sng" dirty="0">
                <a:solidFill>
                  <a:srgbClr val="4CAF50"/>
                </a:solidFill>
                <a:latin typeface="Aptos" panose="020B0004020202020204" pitchFamily="34" charset="0"/>
              </a:rPr>
              <a:t>Main products: </a:t>
            </a:r>
            <a:br>
              <a:rPr lang="en-US" sz="3400" u="sng" dirty="0">
                <a:solidFill>
                  <a:srgbClr val="4CAF50"/>
                </a:solidFill>
                <a:latin typeface="Aptos" panose="020B0004020202020204" pitchFamily="34" charset="0"/>
              </a:rPr>
            </a:br>
            <a:r>
              <a:rPr lang="en-US" sz="3400" u="sng" dirty="0">
                <a:solidFill>
                  <a:srgbClr val="4CAF50"/>
                </a:solidFill>
                <a:latin typeface="Aptos" panose="020B0004020202020204" pitchFamily="34" charset="0"/>
              </a:rPr>
              <a:t>Login Page: </a:t>
            </a:r>
            <a:endParaRPr lang="en-US" sz="3400" dirty="0">
              <a:solidFill>
                <a:srgbClr val="4CAF50"/>
              </a:solidFill>
              <a:latin typeface="Aptos" panose="020B0004020202020204" pitchFamily="34" charset="0"/>
            </a:endParaRPr>
          </a:p>
        </p:txBody>
      </p:sp>
      <p:pic>
        <p:nvPicPr>
          <p:cNvPr id="5" name="תמונה 4">
            <a:extLst>
              <a:ext uri="{FF2B5EF4-FFF2-40B4-BE49-F238E27FC236}">
                <a16:creationId xmlns:a16="http://schemas.microsoft.com/office/drawing/2014/main" id="{5BA0FC8C-5472-C581-C8B0-29BE8BD7A4C9}"/>
              </a:ext>
            </a:extLst>
          </p:cNvPr>
          <p:cNvPicPr>
            <a:picLocks noChangeAspect="1"/>
          </p:cNvPicPr>
          <p:nvPr/>
        </p:nvPicPr>
        <p:blipFill>
          <a:blip r:embed="rId2"/>
          <a:stretch>
            <a:fillRect/>
          </a:stretch>
        </p:blipFill>
        <p:spPr>
          <a:xfrm>
            <a:off x="9314116" y="89323"/>
            <a:ext cx="2765658" cy="460943"/>
          </a:xfrm>
          <a:prstGeom prst="rect">
            <a:avLst/>
          </a:prstGeom>
        </p:spPr>
      </p:pic>
      <p:pic>
        <p:nvPicPr>
          <p:cNvPr id="8" name="תמונה 7">
            <a:extLst>
              <a:ext uri="{FF2B5EF4-FFF2-40B4-BE49-F238E27FC236}">
                <a16:creationId xmlns:a16="http://schemas.microsoft.com/office/drawing/2014/main" id="{E708C1A8-393F-233F-C5B3-AA338FF054F9}"/>
              </a:ext>
            </a:extLst>
          </p:cNvPr>
          <p:cNvPicPr>
            <a:picLocks noChangeAspect="1"/>
          </p:cNvPicPr>
          <p:nvPr/>
        </p:nvPicPr>
        <p:blipFill>
          <a:blip r:embed="rId3"/>
          <a:stretch>
            <a:fillRect/>
          </a:stretch>
        </p:blipFill>
        <p:spPr>
          <a:xfrm>
            <a:off x="1434163" y="1780011"/>
            <a:ext cx="8957911" cy="507798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9" name="Rectangle 3">
            <a:extLst>
              <a:ext uri="{FF2B5EF4-FFF2-40B4-BE49-F238E27FC236}">
                <a16:creationId xmlns:a16="http://schemas.microsoft.com/office/drawing/2014/main" id="{1B04DA6E-36E8-CB01-E80F-CA3B1A2FC598}"/>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9697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CBB9541-DE5F-52BA-E456-02E14005D646}"/>
              </a:ext>
            </a:extLst>
          </p:cNvPr>
          <p:cNvSpPr>
            <a:spLocks noGrp="1"/>
          </p:cNvSpPr>
          <p:nvPr>
            <p:ph type="title"/>
          </p:nvPr>
        </p:nvSpPr>
        <p:spPr/>
        <p:txBody>
          <a:bodyPr vert="horz" lIns="91440" tIns="45720" rIns="91440" bIns="45720" rtlCol="0" anchor="t">
            <a:normAutofit/>
          </a:bodyPr>
          <a:lstStyle/>
          <a:p>
            <a:pPr algn="l" rtl="0"/>
            <a:r>
              <a:rPr lang="en-US" sz="3400" u="sng" dirty="0">
                <a:solidFill>
                  <a:srgbClr val="4CAF50"/>
                </a:solidFill>
                <a:latin typeface="Aptos" panose="020B0004020202020204" pitchFamily="34" charset="0"/>
              </a:rPr>
              <a:t>Main products: </a:t>
            </a:r>
            <a:br>
              <a:rPr lang="en-US" sz="3400" u="sng" dirty="0">
                <a:solidFill>
                  <a:srgbClr val="4CAF50"/>
                </a:solidFill>
                <a:latin typeface="Aptos" panose="020B0004020202020204" pitchFamily="34" charset="0"/>
              </a:rPr>
            </a:br>
            <a:r>
              <a:rPr lang="en-US" sz="3400" u="sng" dirty="0">
                <a:solidFill>
                  <a:srgbClr val="4CAF50"/>
                </a:solidFill>
                <a:latin typeface="Aptos" panose="020B0004020202020204" pitchFamily="34" charset="0"/>
              </a:rPr>
              <a:t>Home Page-After Login:</a:t>
            </a:r>
            <a:endParaRPr lang="en-US" sz="3400" dirty="0">
              <a:solidFill>
                <a:srgbClr val="4CAF50"/>
              </a:solidFill>
              <a:latin typeface="Aptos" panose="020B0004020202020204" pitchFamily="34" charset="0"/>
            </a:endParaRPr>
          </a:p>
        </p:txBody>
      </p:sp>
      <p:pic>
        <p:nvPicPr>
          <p:cNvPr id="4" name="תמונה 3">
            <a:extLst>
              <a:ext uri="{FF2B5EF4-FFF2-40B4-BE49-F238E27FC236}">
                <a16:creationId xmlns:a16="http://schemas.microsoft.com/office/drawing/2014/main" id="{EC2E7F86-E000-C48D-ED2F-B229BEED974F}"/>
              </a:ext>
            </a:extLst>
          </p:cNvPr>
          <p:cNvPicPr>
            <a:picLocks noChangeAspect="1"/>
          </p:cNvPicPr>
          <p:nvPr/>
        </p:nvPicPr>
        <p:blipFill>
          <a:blip r:embed="rId2"/>
          <a:stretch>
            <a:fillRect/>
          </a:stretch>
        </p:blipFill>
        <p:spPr>
          <a:xfrm>
            <a:off x="9314116" y="89323"/>
            <a:ext cx="2765658" cy="460943"/>
          </a:xfrm>
          <a:prstGeom prst="rect">
            <a:avLst/>
          </a:prstGeom>
        </p:spPr>
      </p:pic>
      <p:pic>
        <p:nvPicPr>
          <p:cNvPr id="8" name="תמונה 7">
            <a:extLst>
              <a:ext uri="{FF2B5EF4-FFF2-40B4-BE49-F238E27FC236}">
                <a16:creationId xmlns:a16="http://schemas.microsoft.com/office/drawing/2014/main" id="{FB687BFC-B9AD-78ED-13AC-6724FB48CEF8}"/>
              </a:ext>
            </a:extLst>
          </p:cNvPr>
          <p:cNvPicPr>
            <a:picLocks noChangeAspect="1"/>
          </p:cNvPicPr>
          <p:nvPr/>
        </p:nvPicPr>
        <p:blipFill>
          <a:blip r:embed="rId3"/>
          <a:srcRect r="6756"/>
          <a:stretch>
            <a:fillRect/>
          </a:stretch>
        </p:blipFill>
        <p:spPr>
          <a:xfrm>
            <a:off x="1021080" y="1966490"/>
            <a:ext cx="9996727" cy="489151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9" name="Rectangle 3">
            <a:extLst>
              <a:ext uri="{FF2B5EF4-FFF2-40B4-BE49-F238E27FC236}">
                <a16:creationId xmlns:a16="http://schemas.microsoft.com/office/drawing/2014/main" id="{C8B4C24B-5548-1F3A-FFA1-4E989F4AB856}"/>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1380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4711CF3-7685-2309-F853-893E67E90BA6}"/>
              </a:ext>
            </a:extLst>
          </p:cNvPr>
          <p:cNvSpPr>
            <a:spLocks noGrp="1"/>
          </p:cNvSpPr>
          <p:nvPr>
            <p:ph type="title"/>
          </p:nvPr>
        </p:nvSpPr>
        <p:spPr/>
        <p:txBody>
          <a:bodyPr vert="horz" lIns="91440" tIns="45720" rIns="91440" bIns="45720" rtlCol="0" anchor="t">
            <a:normAutofit/>
          </a:bodyPr>
          <a:lstStyle/>
          <a:p>
            <a:pPr algn="l" rtl="0"/>
            <a:r>
              <a:rPr lang="en-US" sz="3400" u="sng" dirty="0">
                <a:solidFill>
                  <a:srgbClr val="4CAF50"/>
                </a:solidFill>
                <a:latin typeface="Aptos" panose="020B0004020202020204" pitchFamily="34" charset="0"/>
              </a:rPr>
              <a:t>Main products: </a:t>
            </a:r>
            <a:br>
              <a:rPr lang="en-US" sz="3400" u="sng" dirty="0">
                <a:solidFill>
                  <a:srgbClr val="4CAF50"/>
                </a:solidFill>
                <a:latin typeface="Aptos" panose="020B0004020202020204" pitchFamily="34" charset="0"/>
              </a:rPr>
            </a:br>
            <a:r>
              <a:rPr lang="en-US" sz="3400" u="sng" dirty="0">
                <a:solidFill>
                  <a:srgbClr val="4CAF50"/>
                </a:solidFill>
                <a:latin typeface="Aptos" panose="020B0004020202020204" pitchFamily="34" charset="0"/>
              </a:rPr>
              <a:t>Create New Area:</a:t>
            </a:r>
            <a:endParaRPr lang="en-US" sz="3400" dirty="0">
              <a:solidFill>
                <a:srgbClr val="4CAF50"/>
              </a:solidFill>
              <a:latin typeface="Aptos" panose="020B0004020202020204" pitchFamily="34" charset="0"/>
            </a:endParaRPr>
          </a:p>
        </p:txBody>
      </p:sp>
      <p:pic>
        <p:nvPicPr>
          <p:cNvPr id="5" name="תמונה 4">
            <a:extLst>
              <a:ext uri="{FF2B5EF4-FFF2-40B4-BE49-F238E27FC236}">
                <a16:creationId xmlns:a16="http://schemas.microsoft.com/office/drawing/2014/main" id="{D2854FB6-792D-4F03-520F-A95430ADE5C2}"/>
              </a:ext>
            </a:extLst>
          </p:cNvPr>
          <p:cNvPicPr>
            <a:picLocks noChangeAspect="1"/>
          </p:cNvPicPr>
          <p:nvPr/>
        </p:nvPicPr>
        <p:blipFill>
          <a:blip r:embed="rId2"/>
          <a:stretch>
            <a:fillRect/>
          </a:stretch>
        </p:blipFill>
        <p:spPr>
          <a:xfrm>
            <a:off x="9314116" y="89323"/>
            <a:ext cx="2765658" cy="460943"/>
          </a:xfrm>
          <a:prstGeom prst="rect">
            <a:avLst/>
          </a:prstGeom>
        </p:spPr>
      </p:pic>
      <p:pic>
        <p:nvPicPr>
          <p:cNvPr id="8" name="תמונה 7">
            <a:extLst>
              <a:ext uri="{FF2B5EF4-FFF2-40B4-BE49-F238E27FC236}">
                <a16:creationId xmlns:a16="http://schemas.microsoft.com/office/drawing/2014/main" id="{98020235-1BE0-0F2A-2E08-DBC6E102AE52}"/>
              </a:ext>
            </a:extLst>
          </p:cNvPr>
          <p:cNvPicPr>
            <a:picLocks noChangeAspect="1"/>
          </p:cNvPicPr>
          <p:nvPr/>
        </p:nvPicPr>
        <p:blipFill>
          <a:blip r:embed="rId3"/>
          <a:srcRect l="1" r="-658" b="15114"/>
          <a:stretch>
            <a:fillRect/>
          </a:stretch>
        </p:blipFill>
        <p:spPr>
          <a:xfrm>
            <a:off x="1261368" y="2444817"/>
            <a:ext cx="9669264" cy="4413183"/>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9" name="Rectangle 3">
            <a:extLst>
              <a:ext uri="{FF2B5EF4-FFF2-40B4-BE49-F238E27FC236}">
                <a16:creationId xmlns:a16="http://schemas.microsoft.com/office/drawing/2014/main" id="{E2244D1E-B8F2-97A1-5F25-E9E06ACF0DFF}"/>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5685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67689-82B4-4683-A95B-1388E6E972E9}"/>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D90335C8-245C-FF53-E298-AE49169363C6}"/>
              </a:ext>
            </a:extLst>
          </p:cNvPr>
          <p:cNvSpPr>
            <a:spLocks noGrp="1"/>
          </p:cNvSpPr>
          <p:nvPr>
            <p:ph type="title"/>
          </p:nvPr>
        </p:nvSpPr>
        <p:spPr/>
        <p:txBody>
          <a:bodyPr vert="horz" lIns="91440" tIns="45720" rIns="91440" bIns="45720" rtlCol="0" anchor="t">
            <a:normAutofit/>
          </a:bodyPr>
          <a:lstStyle/>
          <a:p>
            <a:pPr algn="l" rtl="0"/>
            <a:r>
              <a:rPr lang="en-US" sz="3400" u="sng" dirty="0">
                <a:solidFill>
                  <a:srgbClr val="4CAF50"/>
                </a:solidFill>
                <a:latin typeface="Aptos" panose="020B0004020202020204" pitchFamily="34" charset="0"/>
              </a:rPr>
              <a:t>Main products: </a:t>
            </a:r>
            <a:br>
              <a:rPr lang="en-US" sz="3400" u="sng" dirty="0">
                <a:solidFill>
                  <a:srgbClr val="4CAF50"/>
                </a:solidFill>
                <a:latin typeface="Aptos" panose="020B0004020202020204" pitchFamily="34" charset="0"/>
              </a:rPr>
            </a:br>
            <a:r>
              <a:rPr lang="en-US" sz="3400" u="sng" dirty="0">
                <a:solidFill>
                  <a:srgbClr val="4CAF50"/>
                </a:solidFill>
                <a:latin typeface="Aptos" panose="020B0004020202020204" pitchFamily="34" charset="0"/>
              </a:rPr>
              <a:t>Create Image Area Page:</a:t>
            </a:r>
            <a:endParaRPr lang="en-US" sz="3400" dirty="0">
              <a:solidFill>
                <a:srgbClr val="4CAF50"/>
              </a:solidFill>
              <a:latin typeface="Aptos" panose="020B0004020202020204" pitchFamily="34" charset="0"/>
            </a:endParaRPr>
          </a:p>
        </p:txBody>
      </p:sp>
      <p:pic>
        <p:nvPicPr>
          <p:cNvPr id="4" name="תמונה 3">
            <a:extLst>
              <a:ext uri="{FF2B5EF4-FFF2-40B4-BE49-F238E27FC236}">
                <a16:creationId xmlns:a16="http://schemas.microsoft.com/office/drawing/2014/main" id="{4B2715AC-0EB6-A8D7-B575-B8DE3681487B}"/>
              </a:ext>
            </a:extLst>
          </p:cNvPr>
          <p:cNvPicPr>
            <a:picLocks noChangeAspect="1"/>
          </p:cNvPicPr>
          <p:nvPr/>
        </p:nvPicPr>
        <p:blipFill>
          <a:blip r:embed="rId2"/>
          <a:stretch>
            <a:fillRect/>
          </a:stretch>
        </p:blipFill>
        <p:spPr>
          <a:xfrm>
            <a:off x="9314116" y="89323"/>
            <a:ext cx="2765658" cy="460943"/>
          </a:xfrm>
          <a:prstGeom prst="rect">
            <a:avLst/>
          </a:prstGeom>
        </p:spPr>
      </p:pic>
      <p:pic>
        <p:nvPicPr>
          <p:cNvPr id="8" name="תמונה 7">
            <a:extLst>
              <a:ext uri="{FF2B5EF4-FFF2-40B4-BE49-F238E27FC236}">
                <a16:creationId xmlns:a16="http://schemas.microsoft.com/office/drawing/2014/main" id="{648B70C2-ECAA-4816-3836-BB4D309E21B9}"/>
              </a:ext>
            </a:extLst>
          </p:cNvPr>
          <p:cNvPicPr>
            <a:picLocks noChangeAspect="1"/>
          </p:cNvPicPr>
          <p:nvPr/>
        </p:nvPicPr>
        <p:blipFill>
          <a:blip r:embed="rId3"/>
          <a:stretch>
            <a:fillRect/>
          </a:stretch>
        </p:blipFill>
        <p:spPr>
          <a:xfrm>
            <a:off x="1544133" y="2427433"/>
            <a:ext cx="9103733" cy="442669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9" name="Rectangle 3">
            <a:extLst>
              <a:ext uri="{FF2B5EF4-FFF2-40B4-BE49-F238E27FC236}">
                <a16:creationId xmlns:a16="http://schemas.microsoft.com/office/drawing/2014/main" id="{BB23D382-EDC6-3F0C-2554-82705E0FDFE5}"/>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35557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31F54-57A4-3909-B21C-B4F87F427C5C}"/>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A8AE4E1B-119A-AC1B-1830-D0E9413C27D3}"/>
              </a:ext>
            </a:extLst>
          </p:cNvPr>
          <p:cNvSpPr>
            <a:spLocks noGrp="1"/>
          </p:cNvSpPr>
          <p:nvPr>
            <p:ph type="title"/>
          </p:nvPr>
        </p:nvSpPr>
        <p:spPr/>
        <p:txBody>
          <a:bodyPr vert="horz" lIns="91440" tIns="45720" rIns="91440" bIns="45720" rtlCol="0" anchor="t">
            <a:normAutofit/>
          </a:bodyPr>
          <a:lstStyle/>
          <a:p>
            <a:pPr algn="l" rtl="0"/>
            <a:r>
              <a:rPr lang="en-US" sz="3400" u="sng" dirty="0">
                <a:solidFill>
                  <a:srgbClr val="4CAF50"/>
                </a:solidFill>
                <a:latin typeface="Aptos" panose="020B0004020202020204" pitchFamily="34" charset="0"/>
              </a:rPr>
              <a:t>Main products: </a:t>
            </a:r>
            <a:br>
              <a:rPr lang="en-US" sz="3400" u="sng" dirty="0">
                <a:solidFill>
                  <a:srgbClr val="4CAF50"/>
                </a:solidFill>
                <a:latin typeface="Aptos" panose="020B0004020202020204" pitchFamily="34" charset="0"/>
              </a:rPr>
            </a:br>
            <a:r>
              <a:rPr lang="en-US" sz="3400" u="sng" dirty="0">
                <a:solidFill>
                  <a:srgbClr val="4CAF50"/>
                </a:solidFill>
                <a:latin typeface="Aptos" panose="020B0004020202020204" pitchFamily="34" charset="0"/>
              </a:rPr>
              <a:t>Create Map Area Page:</a:t>
            </a:r>
            <a:endParaRPr lang="en-US" sz="3400" dirty="0">
              <a:solidFill>
                <a:srgbClr val="4CAF50"/>
              </a:solidFill>
              <a:latin typeface="Aptos" panose="020B0004020202020204" pitchFamily="34" charset="0"/>
            </a:endParaRPr>
          </a:p>
        </p:txBody>
      </p:sp>
      <p:pic>
        <p:nvPicPr>
          <p:cNvPr id="4" name="תמונה 3">
            <a:extLst>
              <a:ext uri="{FF2B5EF4-FFF2-40B4-BE49-F238E27FC236}">
                <a16:creationId xmlns:a16="http://schemas.microsoft.com/office/drawing/2014/main" id="{27F55064-650B-8F94-1786-20B552567AE5}"/>
              </a:ext>
            </a:extLst>
          </p:cNvPr>
          <p:cNvPicPr>
            <a:picLocks noChangeAspect="1"/>
          </p:cNvPicPr>
          <p:nvPr/>
        </p:nvPicPr>
        <p:blipFill>
          <a:blip r:embed="rId2"/>
          <a:stretch>
            <a:fillRect/>
          </a:stretch>
        </p:blipFill>
        <p:spPr>
          <a:xfrm>
            <a:off x="9314116" y="89323"/>
            <a:ext cx="2765658" cy="460943"/>
          </a:xfrm>
          <a:prstGeom prst="rect">
            <a:avLst/>
          </a:prstGeom>
        </p:spPr>
      </p:pic>
      <p:pic>
        <p:nvPicPr>
          <p:cNvPr id="5" name="תמונה 4">
            <a:extLst>
              <a:ext uri="{FF2B5EF4-FFF2-40B4-BE49-F238E27FC236}">
                <a16:creationId xmlns:a16="http://schemas.microsoft.com/office/drawing/2014/main" id="{CF9FBBA6-5692-BE58-56D6-FD98E3041FD2}"/>
              </a:ext>
            </a:extLst>
          </p:cNvPr>
          <p:cNvPicPr>
            <a:picLocks noChangeAspect="1"/>
          </p:cNvPicPr>
          <p:nvPr/>
        </p:nvPicPr>
        <p:blipFill>
          <a:blip r:embed="rId3"/>
          <a:stretch>
            <a:fillRect/>
          </a:stretch>
        </p:blipFill>
        <p:spPr>
          <a:xfrm>
            <a:off x="1323635" y="2233061"/>
            <a:ext cx="9544729" cy="462493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6" name="Rectangle 3">
            <a:extLst>
              <a:ext uri="{FF2B5EF4-FFF2-40B4-BE49-F238E27FC236}">
                <a16:creationId xmlns:a16="http://schemas.microsoft.com/office/drawing/2014/main" id="{78DC4A39-8524-9FEA-950F-97C02E4D0768}"/>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94344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3E66-4E44-8FCF-CB54-27DD10AC19C3}"/>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D58478AC-F91E-ECE4-699B-6EB31FA731AD}"/>
              </a:ext>
            </a:extLst>
          </p:cNvPr>
          <p:cNvSpPr>
            <a:spLocks noGrp="1"/>
          </p:cNvSpPr>
          <p:nvPr>
            <p:ph type="title"/>
          </p:nvPr>
        </p:nvSpPr>
        <p:spPr/>
        <p:txBody>
          <a:bodyPr vert="horz" lIns="91440" tIns="45720" rIns="91440" bIns="45720" rtlCol="0" anchor="t">
            <a:normAutofit/>
          </a:bodyPr>
          <a:lstStyle/>
          <a:p>
            <a:pPr algn="l" rtl="0"/>
            <a:r>
              <a:rPr lang="en-US" sz="3400" u="sng" dirty="0">
                <a:solidFill>
                  <a:srgbClr val="4CAF50"/>
                </a:solidFill>
                <a:latin typeface="Aptos" panose="020B0004020202020204" pitchFamily="34" charset="0"/>
              </a:rPr>
              <a:t>Main products: </a:t>
            </a:r>
            <a:br>
              <a:rPr lang="en-US" sz="3400" u="sng" dirty="0">
                <a:solidFill>
                  <a:srgbClr val="4CAF50"/>
                </a:solidFill>
                <a:latin typeface="Aptos" panose="020B0004020202020204" pitchFamily="34" charset="0"/>
              </a:rPr>
            </a:br>
            <a:r>
              <a:rPr lang="en-US" sz="3400" u="sng" dirty="0">
                <a:solidFill>
                  <a:srgbClr val="4CAF50"/>
                </a:solidFill>
                <a:latin typeface="Aptos" panose="020B0004020202020204" pitchFamily="34" charset="0"/>
              </a:rPr>
              <a:t>User Management Page:</a:t>
            </a:r>
            <a:endParaRPr lang="en-US" sz="3400" dirty="0">
              <a:solidFill>
                <a:srgbClr val="4CAF50"/>
              </a:solidFill>
              <a:latin typeface="Aptos" panose="020B0004020202020204" pitchFamily="34" charset="0"/>
            </a:endParaRPr>
          </a:p>
        </p:txBody>
      </p:sp>
      <p:pic>
        <p:nvPicPr>
          <p:cNvPr id="4" name="תמונה 3">
            <a:extLst>
              <a:ext uri="{FF2B5EF4-FFF2-40B4-BE49-F238E27FC236}">
                <a16:creationId xmlns:a16="http://schemas.microsoft.com/office/drawing/2014/main" id="{38FAFFE3-805D-6B4F-BE41-3E50D307D58F}"/>
              </a:ext>
            </a:extLst>
          </p:cNvPr>
          <p:cNvPicPr>
            <a:picLocks noChangeAspect="1"/>
          </p:cNvPicPr>
          <p:nvPr/>
        </p:nvPicPr>
        <p:blipFill>
          <a:blip r:embed="rId2"/>
          <a:stretch>
            <a:fillRect/>
          </a:stretch>
        </p:blipFill>
        <p:spPr>
          <a:xfrm>
            <a:off x="9314116" y="89323"/>
            <a:ext cx="2765658" cy="460943"/>
          </a:xfrm>
          <a:prstGeom prst="rect">
            <a:avLst/>
          </a:prstGeom>
        </p:spPr>
      </p:pic>
      <p:pic>
        <p:nvPicPr>
          <p:cNvPr id="10" name="תמונה 9">
            <a:extLst>
              <a:ext uri="{FF2B5EF4-FFF2-40B4-BE49-F238E27FC236}">
                <a16:creationId xmlns:a16="http://schemas.microsoft.com/office/drawing/2014/main" id="{ED784709-E06B-13D6-27B1-42355207A72A}"/>
              </a:ext>
            </a:extLst>
          </p:cNvPr>
          <p:cNvPicPr>
            <a:picLocks noChangeAspect="1"/>
          </p:cNvPicPr>
          <p:nvPr/>
        </p:nvPicPr>
        <p:blipFill>
          <a:blip r:embed="rId3"/>
          <a:stretch>
            <a:fillRect/>
          </a:stretch>
        </p:blipFill>
        <p:spPr>
          <a:xfrm>
            <a:off x="1318661" y="2502317"/>
            <a:ext cx="9490509" cy="4355683"/>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11" name="Rectangle 3">
            <a:extLst>
              <a:ext uri="{FF2B5EF4-FFF2-40B4-BE49-F238E27FC236}">
                <a16:creationId xmlns:a16="http://schemas.microsoft.com/office/drawing/2014/main" id="{D13B97D2-00EE-5090-10F1-A9B9418B0D83}"/>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02561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C1D4B-EDF8-8F8E-EA02-D441EE9CFBAE}"/>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E2692FBA-D8E3-A3D4-FFD8-A13F3AEB6094}"/>
              </a:ext>
            </a:extLst>
          </p:cNvPr>
          <p:cNvSpPr>
            <a:spLocks noGrp="1"/>
          </p:cNvSpPr>
          <p:nvPr>
            <p:ph type="title"/>
          </p:nvPr>
        </p:nvSpPr>
        <p:spPr/>
        <p:txBody>
          <a:bodyPr vert="horz" lIns="91440" tIns="45720" rIns="91440" bIns="45720" rtlCol="0" anchor="t">
            <a:normAutofit/>
          </a:bodyPr>
          <a:lstStyle/>
          <a:p>
            <a:pPr algn="l" rtl="0"/>
            <a:r>
              <a:rPr lang="en-US" sz="3400" u="sng" dirty="0">
                <a:solidFill>
                  <a:srgbClr val="4CAF50"/>
                </a:solidFill>
                <a:latin typeface="Aptos" panose="020B0004020202020204" pitchFamily="34" charset="0"/>
              </a:rPr>
              <a:t>Main products: </a:t>
            </a:r>
            <a:br>
              <a:rPr lang="en-US" sz="3400" u="sng" dirty="0">
                <a:solidFill>
                  <a:srgbClr val="4CAF50"/>
                </a:solidFill>
                <a:latin typeface="Aptos" panose="020B0004020202020204" pitchFamily="34" charset="0"/>
              </a:rPr>
            </a:br>
            <a:r>
              <a:rPr lang="en-US" sz="3400" u="sng" dirty="0">
                <a:solidFill>
                  <a:srgbClr val="4CAF50"/>
                </a:solidFill>
                <a:latin typeface="Aptos" panose="020B0004020202020204" pitchFamily="34" charset="0"/>
              </a:rPr>
              <a:t>Activity Logs Page:</a:t>
            </a:r>
            <a:endParaRPr lang="en-US" sz="3400" dirty="0">
              <a:solidFill>
                <a:srgbClr val="4CAF50"/>
              </a:solidFill>
              <a:latin typeface="Aptos" panose="020B0004020202020204" pitchFamily="34" charset="0"/>
            </a:endParaRPr>
          </a:p>
        </p:txBody>
      </p:sp>
      <p:pic>
        <p:nvPicPr>
          <p:cNvPr id="4" name="תמונה 3">
            <a:extLst>
              <a:ext uri="{FF2B5EF4-FFF2-40B4-BE49-F238E27FC236}">
                <a16:creationId xmlns:a16="http://schemas.microsoft.com/office/drawing/2014/main" id="{C4C1D315-08CD-E3A8-B7BE-82B8B802F5D7}"/>
              </a:ext>
            </a:extLst>
          </p:cNvPr>
          <p:cNvPicPr>
            <a:picLocks noChangeAspect="1"/>
          </p:cNvPicPr>
          <p:nvPr/>
        </p:nvPicPr>
        <p:blipFill>
          <a:blip r:embed="rId2"/>
          <a:stretch>
            <a:fillRect/>
          </a:stretch>
        </p:blipFill>
        <p:spPr>
          <a:xfrm>
            <a:off x="9314116" y="89323"/>
            <a:ext cx="2765658" cy="460943"/>
          </a:xfrm>
          <a:prstGeom prst="rect">
            <a:avLst/>
          </a:prstGeom>
        </p:spPr>
      </p:pic>
      <p:pic>
        <p:nvPicPr>
          <p:cNvPr id="7" name="תמונה 6">
            <a:extLst>
              <a:ext uri="{FF2B5EF4-FFF2-40B4-BE49-F238E27FC236}">
                <a16:creationId xmlns:a16="http://schemas.microsoft.com/office/drawing/2014/main" id="{F113E770-5196-1D14-2894-B1F37700AFA2}"/>
              </a:ext>
            </a:extLst>
          </p:cNvPr>
          <p:cNvPicPr>
            <a:picLocks noChangeAspect="1"/>
          </p:cNvPicPr>
          <p:nvPr/>
        </p:nvPicPr>
        <p:blipFill>
          <a:blip r:embed="rId3"/>
          <a:stretch>
            <a:fillRect/>
          </a:stretch>
        </p:blipFill>
        <p:spPr>
          <a:xfrm>
            <a:off x="1373954" y="2312067"/>
            <a:ext cx="9595637" cy="4545933"/>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8" name="Rectangle 3">
            <a:extLst>
              <a:ext uri="{FF2B5EF4-FFF2-40B4-BE49-F238E27FC236}">
                <a16:creationId xmlns:a16="http://schemas.microsoft.com/office/drawing/2014/main" id="{2BEDDAF6-B8A5-9891-8FE6-C67A1BD89681}"/>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24632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05E85-2266-09CA-A1DD-8B092CEC5FD3}"/>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81B27205-6991-CBB5-8A79-3CC66E4FC585}"/>
              </a:ext>
            </a:extLst>
          </p:cNvPr>
          <p:cNvSpPr>
            <a:spLocks noGrp="1"/>
          </p:cNvSpPr>
          <p:nvPr>
            <p:ph type="title"/>
          </p:nvPr>
        </p:nvSpPr>
        <p:spPr/>
        <p:txBody>
          <a:bodyPr vert="horz" lIns="91440" tIns="45720" rIns="91440" bIns="45720" rtlCol="0" anchor="t">
            <a:normAutofit/>
          </a:bodyPr>
          <a:lstStyle/>
          <a:p>
            <a:pPr algn="l" rtl="0"/>
            <a:r>
              <a:rPr lang="en-US" sz="3400" u="sng" dirty="0">
                <a:solidFill>
                  <a:srgbClr val="4CAF50"/>
                </a:solidFill>
                <a:latin typeface="Aptos" panose="020B0004020202020204" pitchFamily="34" charset="0"/>
              </a:rPr>
              <a:t>Main products: </a:t>
            </a:r>
            <a:br>
              <a:rPr lang="en-US" sz="3400" u="sng" dirty="0">
                <a:solidFill>
                  <a:srgbClr val="4CAF50"/>
                </a:solidFill>
                <a:latin typeface="Aptos" panose="020B0004020202020204" pitchFamily="34" charset="0"/>
              </a:rPr>
            </a:br>
            <a:r>
              <a:rPr lang="en-US" sz="3400" u="sng" dirty="0">
                <a:solidFill>
                  <a:srgbClr val="4CAF50"/>
                </a:solidFill>
                <a:latin typeface="Aptos" panose="020B0004020202020204" pitchFamily="34" charset="0"/>
              </a:rPr>
              <a:t>Profile Page:</a:t>
            </a:r>
            <a:endParaRPr lang="en-US" sz="3400" dirty="0">
              <a:solidFill>
                <a:srgbClr val="4CAF50"/>
              </a:solidFill>
              <a:latin typeface="Aptos" panose="020B0004020202020204" pitchFamily="34" charset="0"/>
            </a:endParaRPr>
          </a:p>
        </p:txBody>
      </p:sp>
      <p:pic>
        <p:nvPicPr>
          <p:cNvPr id="4" name="תמונה 3">
            <a:extLst>
              <a:ext uri="{FF2B5EF4-FFF2-40B4-BE49-F238E27FC236}">
                <a16:creationId xmlns:a16="http://schemas.microsoft.com/office/drawing/2014/main" id="{4A83A005-7569-A405-855B-C3BFA1E4FDB1}"/>
              </a:ext>
            </a:extLst>
          </p:cNvPr>
          <p:cNvPicPr>
            <a:picLocks noChangeAspect="1"/>
          </p:cNvPicPr>
          <p:nvPr/>
        </p:nvPicPr>
        <p:blipFill>
          <a:blip r:embed="rId2"/>
          <a:stretch>
            <a:fillRect/>
          </a:stretch>
        </p:blipFill>
        <p:spPr>
          <a:xfrm>
            <a:off x="9314116" y="89323"/>
            <a:ext cx="2765658" cy="460943"/>
          </a:xfrm>
          <a:prstGeom prst="rect">
            <a:avLst/>
          </a:prstGeom>
        </p:spPr>
      </p:pic>
      <p:pic>
        <p:nvPicPr>
          <p:cNvPr id="8" name="תמונה 7">
            <a:extLst>
              <a:ext uri="{FF2B5EF4-FFF2-40B4-BE49-F238E27FC236}">
                <a16:creationId xmlns:a16="http://schemas.microsoft.com/office/drawing/2014/main" id="{0D225D4E-A5DE-5241-B33B-58E1A38A906B}"/>
              </a:ext>
            </a:extLst>
          </p:cNvPr>
          <p:cNvPicPr>
            <a:picLocks noChangeAspect="1"/>
          </p:cNvPicPr>
          <p:nvPr/>
        </p:nvPicPr>
        <p:blipFill>
          <a:blip r:embed="rId3"/>
          <a:stretch>
            <a:fillRect/>
          </a:stretch>
        </p:blipFill>
        <p:spPr>
          <a:xfrm>
            <a:off x="1494265" y="2121568"/>
            <a:ext cx="9379073" cy="4736432"/>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9" name="Rectangle 3">
            <a:extLst>
              <a:ext uri="{FF2B5EF4-FFF2-40B4-BE49-F238E27FC236}">
                <a16:creationId xmlns:a16="http://schemas.microsoft.com/office/drawing/2014/main" id="{52DA8370-F038-1EF8-B4CE-96B73375AA78}"/>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37419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BodyPanel">
            <a:extLst>
              <a:ext uri="{FF2B5EF4-FFF2-40B4-BE49-F238E27FC236}">
                <a16:creationId xmlns:a16="http://schemas.microsoft.com/office/drawing/2014/main" id="{CB58B2B2-D9C1-4B46-B094-BCEF0DD8F0ED}"/>
              </a:ext>
            </a:extLst>
          </p:cNvPr>
          <p:cNvSpPr/>
          <p:nvPr/>
        </p:nvSpPr>
        <p:spPr>
          <a:xfrm>
            <a:off x="647700" y="1778000"/>
            <a:ext cx="10896600" cy="4508500"/>
          </a:xfrm>
          <a:prstGeom prst="roundRect">
            <a:avLst/>
          </a:prstGeom>
          <a:solidFill>
            <a:srgbClr val="2D2D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1" anchor="t"/>
          <a:lstStyle/>
          <a:p>
            <a:pPr algn="l"/>
            <a:endParaRPr lang="he-IL"/>
          </a:p>
        </p:txBody>
      </p:sp>
      <p:sp>
        <p:nvSpPr>
          <p:cNvPr id="2" name="Title 1"/>
          <p:cNvSpPr>
            <a:spLocks noGrp="1"/>
          </p:cNvSpPr>
          <p:nvPr>
            <p:ph type="title"/>
          </p:nvPr>
        </p:nvSpPr>
        <p:spPr/>
        <p:txBody>
          <a:bodyPr>
            <a:normAutofit/>
          </a:bodyPr>
          <a:lstStyle/>
          <a:p>
            <a:pPr algn="l"/>
            <a:r>
              <a:rPr lang="en-US" sz="3400" err="1">
                <a:solidFill>
                  <a:srgbClr val="4CAF50"/>
                </a:solidFill>
                <a:latin typeface="Aptos" panose="020B0004020202020204" pitchFamily="34" charset="0"/>
              </a:rPr>
              <a:t>Requirements from the Specification Document</a:t>
            </a:r>
            <a:endParaRPr sz="3400" dirty="0" err="1">
              <a:solidFill>
                <a:srgbClr val="4CAF50"/>
              </a:solidFill>
              <a:latin typeface="Aptos" panose="020B0004020202020204" pitchFamily="34" charset="0"/>
            </a:endParaRPr>
          </a:p>
        </p:txBody>
      </p:sp>
      <p:sp>
        <p:nvSpPr>
          <p:cNvPr id="3" name="Content Placeholder 2"/>
          <p:cNvSpPr>
            <a:spLocks noGrp="1"/>
          </p:cNvSpPr>
          <p:nvPr>
            <p:ph idx="1"/>
          </p:nvPr>
        </p:nvSpPr>
        <p:spPr>
          <a:xfrm>
            <a:off x="838200" y="1996367"/>
            <a:ext cx="10515600" cy="4351338"/>
          </a:xfrm>
        </p:spPr>
        <p:txBody>
          <a:bodyPr>
            <a:normAutofit/>
          </a:bodyPr>
          <a:lstStyle/>
          <a:p>
            <a:pPr algn="l" rtl="0"/>
            <a:r>
              <a:rPr lang="en-US" sz="1600" dirty="0">
                <a:solidFill>
                  <a:srgbClr val="F0F0F0"/>
                </a:solidFill>
                <a:latin typeface="Aptos" panose="020B0004020202020204" pitchFamily="34" charset="0"/>
              </a:rPr>
              <a:t>Data accessibility from a desktop browser.</a:t>
            </a:r>
          </a:p>
          <a:p>
            <a:pPr algn="l" rtl="0"/>
            <a:r>
              <a:rPr lang="en-US" sz="1600" dirty="0">
                <a:solidFill>
                  <a:srgbClr val="F0F0F0"/>
                </a:solidFill>
                <a:latin typeface="Aptos" panose="020B0004020202020204" pitchFamily="34" charset="0"/>
              </a:rPr>
              <a:t>Ability to upload images for watering areas.</a:t>
            </a:r>
          </a:p>
          <a:p>
            <a:pPr algn="l" rtl="0"/>
            <a:r>
              <a:rPr lang="en-US" sz="1600" dirty="0">
                <a:solidFill>
                  <a:srgbClr val="F0F0F0"/>
                </a:solidFill>
                <a:latin typeface="Aptos" panose="020B0004020202020204" pitchFamily="34" charset="0"/>
              </a:rPr>
              <a:t>Ability to create areas and plants.</a:t>
            </a:r>
          </a:p>
          <a:p>
            <a:pPr algn="l" rtl="0"/>
            <a:r>
              <a:rPr lang="en-US" sz="1600" dirty="0">
                <a:solidFill>
                  <a:srgbClr val="F0F0F0"/>
                </a:solidFill>
                <a:latin typeface="Aptos" panose="020B0004020202020204" pitchFamily="34" charset="0"/>
              </a:rPr>
              <a:t>Permission system for registered users, area managers, and admins.</a:t>
            </a:r>
          </a:p>
          <a:p>
            <a:pPr algn="l" rtl="0"/>
            <a:r>
              <a:rPr lang="en-US" sz="1600" dirty="0">
                <a:solidFill>
                  <a:srgbClr val="F0F0F0"/>
                </a:solidFill>
                <a:latin typeface="Aptos" panose="020B0004020202020204" pitchFamily="34" charset="0"/>
              </a:rPr>
              <a:t>Ability to assign users to specific watering areas.</a:t>
            </a:r>
          </a:p>
          <a:p>
            <a:pPr algn="l" rtl="0"/>
            <a:r>
              <a:rPr lang="en-US" sz="1600" dirty="0">
                <a:solidFill>
                  <a:srgbClr val="F0F0F0"/>
                </a:solidFill>
                <a:latin typeface="Aptos" panose="020B0004020202020204" pitchFamily="34" charset="0"/>
              </a:rPr>
              <a:t>Ability to register and log in to the website.</a:t>
            </a:r>
          </a:p>
          <a:p>
            <a:pPr algn="l" rtl="0"/>
            <a:r>
              <a:rPr lang="en-US" sz="1600" dirty="0">
                <a:solidFill>
                  <a:srgbClr val="F0F0F0"/>
                </a:solidFill>
                <a:latin typeface="Aptos" panose="020B0004020202020204" pitchFamily="34" charset="0"/>
              </a:rPr>
              <a:t>Audit log for tracking system actions.</a:t>
            </a:r>
            <a:endParaRPr sz="1600" dirty="0">
              <a:solidFill>
                <a:srgbClr val="F0F0F0"/>
              </a:solidFill>
              <a:latin typeface="Aptos" panose="020B0004020202020204" pitchFamily="34" charset="0"/>
            </a:endParaRPr>
          </a:p>
        </p:txBody>
      </p:sp>
      <p:pic>
        <p:nvPicPr>
          <p:cNvPr id="6" name="תמונה 5">
            <a:extLst>
              <a:ext uri="{FF2B5EF4-FFF2-40B4-BE49-F238E27FC236}">
                <a16:creationId xmlns:a16="http://schemas.microsoft.com/office/drawing/2014/main" id="{F55D2F3D-5DE6-FC71-62CA-06B93427C12B}"/>
              </a:ext>
            </a:extLst>
          </p:cNvPr>
          <p:cNvPicPr>
            <a:picLocks noChangeAspect="1"/>
          </p:cNvPicPr>
          <p:nvPr/>
        </p:nvPicPr>
        <p:blipFill>
          <a:blip r:embed="rId2"/>
          <a:stretch>
            <a:fillRect/>
          </a:stretch>
        </p:blipFill>
        <p:spPr>
          <a:xfrm>
            <a:off x="9314116" y="89323"/>
            <a:ext cx="2765658" cy="460943"/>
          </a:xfrm>
          <a:prstGeom prst="rect">
            <a:avLst/>
          </a:prstGeom>
        </p:spPr>
      </p:pic>
      <p:sp>
        <p:nvSpPr>
          <p:cNvPr id="5" name="Rectangle 3">
            <a:extLst>
              <a:ext uri="{FF2B5EF4-FFF2-40B4-BE49-F238E27FC236}">
                <a16:creationId xmlns:a16="http://schemas.microsoft.com/office/drawing/2014/main" id="{55D70D6D-45C6-26DA-BDAE-64AD9F846881}"/>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46012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BodyPanel">
            <a:extLst>
              <a:ext uri="{FF2B5EF4-FFF2-40B4-BE49-F238E27FC236}">
                <a16:creationId xmlns:a16="http://schemas.microsoft.com/office/drawing/2014/main" id="{2683819A-486F-4AA0-860D-EC384732AE50}"/>
              </a:ext>
            </a:extLst>
          </p:cNvPr>
          <p:cNvSpPr/>
          <p:nvPr/>
        </p:nvSpPr>
        <p:spPr>
          <a:xfrm>
            <a:off x="647700" y="1778000"/>
            <a:ext cx="10896600" cy="4508500"/>
          </a:xfrm>
          <a:prstGeom prst="roundRect">
            <a:avLst/>
          </a:prstGeom>
          <a:solidFill>
            <a:srgbClr val="2D2D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1" anchor="t"/>
          <a:lstStyle/>
          <a:p>
            <a:pPr algn="l"/>
            <a:endParaRPr lang="he-IL"/>
          </a:p>
        </p:txBody>
      </p:sp>
      <p:sp>
        <p:nvSpPr>
          <p:cNvPr id="2" name="Title 1"/>
          <p:cNvSpPr>
            <a:spLocks noGrp="1"/>
          </p:cNvSpPr>
          <p:nvPr>
            <p:ph type="title"/>
          </p:nvPr>
        </p:nvSpPr>
        <p:spPr/>
        <p:txBody>
          <a:bodyPr/>
          <a:lstStyle/>
          <a:p>
            <a:pPr algn="l"/>
            <a:r>
              <a:rPr lang="en-US" sz="3400" err="1">
                <a:solidFill>
                  <a:srgbClr val="4CAF50"/>
                </a:solidFill>
                <a:latin typeface="Aptos" panose="020B0004020202020204" pitchFamily="34" charset="0"/>
              </a:rPr>
              <a:t>Unexpected Problems</a:t>
            </a:r>
            <a:endParaRPr sz="3400" dirty="0" err="1">
              <a:solidFill>
                <a:srgbClr val="4CAF50"/>
              </a:solidFill>
              <a:latin typeface="Aptos" panose="020B0004020202020204" pitchFamily="34" charset="0"/>
            </a:endParaRPr>
          </a:p>
        </p:txBody>
      </p:sp>
      <p:sp>
        <p:nvSpPr>
          <p:cNvPr id="3" name="Content Placeholder 2"/>
          <p:cNvSpPr>
            <a:spLocks noGrp="1"/>
          </p:cNvSpPr>
          <p:nvPr>
            <p:ph idx="1"/>
          </p:nvPr>
        </p:nvSpPr>
        <p:spPr>
          <a:xfrm>
            <a:off x="838200" y="2120433"/>
            <a:ext cx="10515600" cy="4351338"/>
          </a:xfrm>
        </p:spPr>
        <p:txBody>
          <a:bodyPr>
            <a:normAutofit/>
          </a:bodyPr>
          <a:lstStyle/>
          <a:p>
            <a:pPr algn="l" rtl="0"/>
            <a:r>
              <a:rPr lang="en-US" sz="1600" dirty="0">
                <a:solidFill>
                  <a:srgbClr val="F0F0F0"/>
                </a:solidFill>
                <a:latin typeface="Aptos" panose="020B0004020202020204" pitchFamily="34" charset="0"/>
              </a:rPr>
              <a:t>Database structure and relations between users, areas, plants, and permissions required several redesigns.</a:t>
            </a:r>
          </a:p>
          <a:p>
            <a:pPr algn="l" rtl="0"/>
            <a:r>
              <a:rPr lang="en-US" sz="1600" dirty="0">
                <a:solidFill>
                  <a:srgbClr val="F0F0F0"/>
                </a:solidFill>
                <a:latin typeface="Aptos" panose="020B0004020202020204" pitchFamily="34" charset="0"/>
              </a:rPr>
              <a:t>Map layers and popups appeared above modals and dropdowns.</a:t>
            </a:r>
          </a:p>
          <a:p>
            <a:pPr algn="l" rtl="0"/>
            <a:r>
              <a:rPr lang="en-US" sz="1600" dirty="0">
                <a:solidFill>
                  <a:srgbClr val="F0F0F0"/>
                </a:solidFill>
                <a:latin typeface="Aptos" panose="020B0004020202020204" pitchFamily="34" charset="0"/>
              </a:rPr>
              <a:t>Plants could be created with invalid coordinates or outside the selected area.</a:t>
            </a:r>
          </a:p>
          <a:p>
            <a:pPr algn="l" rtl="0"/>
            <a:r>
              <a:rPr lang="en-US" sz="1600" dirty="0">
                <a:solidFill>
                  <a:srgbClr val="F0F0F0"/>
                </a:solidFill>
                <a:latin typeface="Aptos" panose="020B0004020202020204" pitchFamily="34" charset="0"/>
              </a:rPr>
              <a:t>Image-based areas needed a different coordinate validation flow.</a:t>
            </a:r>
            <a:endParaRPr sz="1600" dirty="0">
              <a:solidFill>
                <a:srgbClr val="F0F0F0"/>
              </a:solidFill>
              <a:latin typeface="Aptos" panose="020B0004020202020204" pitchFamily="34" charset="0"/>
            </a:endParaRPr>
          </a:p>
        </p:txBody>
      </p:sp>
      <p:pic>
        <p:nvPicPr>
          <p:cNvPr id="6" name="תמונה 5">
            <a:extLst>
              <a:ext uri="{FF2B5EF4-FFF2-40B4-BE49-F238E27FC236}">
                <a16:creationId xmlns:a16="http://schemas.microsoft.com/office/drawing/2014/main" id="{48AC962A-5B8C-7083-DA93-773DD92481A0}"/>
              </a:ext>
            </a:extLst>
          </p:cNvPr>
          <p:cNvPicPr>
            <a:picLocks noChangeAspect="1"/>
          </p:cNvPicPr>
          <p:nvPr/>
        </p:nvPicPr>
        <p:blipFill>
          <a:blip r:embed="rId2"/>
          <a:stretch>
            <a:fillRect/>
          </a:stretch>
        </p:blipFill>
        <p:spPr>
          <a:xfrm>
            <a:off x="9314116" y="89323"/>
            <a:ext cx="2765658" cy="460943"/>
          </a:xfrm>
          <a:prstGeom prst="rect">
            <a:avLst/>
          </a:prstGeom>
        </p:spPr>
      </p:pic>
      <p:sp>
        <p:nvSpPr>
          <p:cNvPr id="5" name="Rectangle 3">
            <a:extLst>
              <a:ext uri="{FF2B5EF4-FFF2-40B4-BE49-F238E27FC236}">
                <a16:creationId xmlns:a16="http://schemas.microsoft.com/office/drawing/2014/main" id="{5C2C0494-7AC0-9189-CD45-CAEDD5AA5D50}"/>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00569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BodyPanel">
            <a:extLst>
              <a:ext uri="{FF2B5EF4-FFF2-40B4-BE49-F238E27FC236}">
                <a16:creationId xmlns:a16="http://schemas.microsoft.com/office/drawing/2014/main" id="{5519B34F-C491-44AA-B421-E984B2E82942}"/>
              </a:ext>
            </a:extLst>
          </p:cNvPr>
          <p:cNvSpPr/>
          <p:nvPr/>
        </p:nvSpPr>
        <p:spPr>
          <a:xfrm>
            <a:off x="647700" y="1778000"/>
            <a:ext cx="10896600" cy="4508500"/>
          </a:xfrm>
          <a:prstGeom prst="roundRect">
            <a:avLst/>
          </a:prstGeom>
          <a:solidFill>
            <a:srgbClr val="2D2D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1" anchor="t"/>
          <a:lstStyle/>
          <a:p>
            <a:pPr algn="l"/>
            <a:endParaRPr lang="he-IL"/>
          </a:p>
        </p:txBody>
      </p:sp>
      <p:sp>
        <p:nvSpPr>
          <p:cNvPr id="2" name="Title 1"/>
          <p:cNvSpPr>
            <a:spLocks noGrp="1"/>
          </p:cNvSpPr>
          <p:nvPr>
            <p:ph type="title"/>
          </p:nvPr>
        </p:nvSpPr>
        <p:spPr/>
        <p:txBody>
          <a:bodyPr/>
          <a:lstStyle/>
          <a:p>
            <a:pPr algn="l"/>
            <a:r>
              <a:rPr lang="en-US" sz="3400" err="1">
                <a:solidFill>
                  <a:srgbClr val="4CAF50"/>
                </a:solidFill>
                <a:latin typeface="Aptos" panose="020B0004020202020204" pitchFamily="34" charset="0"/>
              </a:rPr>
              <a:t>Coping and Solving</a:t>
            </a:r>
            <a:endParaRPr sz="3400" dirty="0" err="1">
              <a:solidFill>
                <a:srgbClr val="4CAF50"/>
              </a:solidFill>
              <a:latin typeface="Aptos" panose="020B0004020202020204" pitchFamily="34" charset="0"/>
            </a:endParaRPr>
          </a:p>
        </p:txBody>
      </p:sp>
      <p:sp>
        <p:nvSpPr>
          <p:cNvPr id="3" name="Content Placeholder 2"/>
          <p:cNvSpPr>
            <a:spLocks noGrp="1"/>
          </p:cNvSpPr>
          <p:nvPr>
            <p:ph idx="1"/>
          </p:nvPr>
        </p:nvSpPr>
        <p:spPr>
          <a:xfrm>
            <a:off x="838200" y="2141537"/>
            <a:ext cx="10515600" cy="4351338"/>
          </a:xfrm>
        </p:spPr>
        <p:txBody>
          <a:bodyPr>
            <a:normAutofit/>
          </a:bodyPr>
          <a:lstStyle/>
          <a:p>
            <a:pPr algn="l" rtl="0"/>
            <a:r>
              <a:rPr lang="en-US" sz="1600" dirty="0">
                <a:solidFill>
                  <a:srgbClr val="F0F0F0"/>
                </a:solidFill>
                <a:latin typeface="Aptos" panose="020B0004020202020204" pitchFamily="34" charset="0"/>
              </a:rPr>
              <a:t>DB redesigns → structured migrations: Re-modeled tables, added RBAC and area permissions, and wrote repeatable SQL migrations.</a:t>
            </a:r>
          </a:p>
          <a:p>
            <a:pPr algn="l" rtl="0"/>
            <a:r>
              <a:rPr lang="en-US" sz="1600" dirty="0">
                <a:solidFill>
                  <a:srgbClr val="F0F0F0"/>
                </a:solidFill>
                <a:latin typeface="Aptos" panose="020B0004020202020204" pitchFamily="34" charset="0"/>
              </a:rPr>
              <a:t>Map overlay issue → CSS isolation: Fixed stacking contexts, modal portals, and map layer behavior.</a:t>
            </a:r>
          </a:p>
          <a:p>
            <a:pPr algn="l" rtl="0"/>
            <a:r>
              <a:rPr lang="en-US" sz="1600" dirty="0">
                <a:solidFill>
                  <a:srgbClr val="F0F0F0"/>
                </a:solidFill>
                <a:latin typeface="Aptos" panose="020B0004020202020204" pitchFamily="34" charset="0"/>
              </a:rPr>
              <a:t>Invalid plant positions → validation and constraints: Required area selection, server-side boundary checks, and clear error messages.</a:t>
            </a:r>
          </a:p>
          <a:p>
            <a:pPr algn="l" rtl="0"/>
            <a:r>
              <a:rPr lang="en-US" sz="1600" dirty="0">
                <a:solidFill>
                  <a:srgbClr val="F0F0F0"/>
                </a:solidFill>
                <a:latin typeface="Aptos" panose="020B0004020202020204" pitchFamily="34" charset="0"/>
              </a:rPr>
              <a:t>Image coordinates → saved image dimensions and validated plant points inside the uploaded image.</a:t>
            </a:r>
            <a:endParaRPr sz="1600" dirty="0">
              <a:solidFill>
                <a:srgbClr val="F0F0F0"/>
              </a:solidFill>
              <a:latin typeface="Aptos" panose="020B0004020202020204" pitchFamily="34" charset="0"/>
            </a:endParaRPr>
          </a:p>
        </p:txBody>
      </p:sp>
      <p:pic>
        <p:nvPicPr>
          <p:cNvPr id="6" name="תמונה 5">
            <a:extLst>
              <a:ext uri="{FF2B5EF4-FFF2-40B4-BE49-F238E27FC236}">
                <a16:creationId xmlns:a16="http://schemas.microsoft.com/office/drawing/2014/main" id="{083BD34B-D531-2A9E-468D-4357BA3C642C}"/>
              </a:ext>
            </a:extLst>
          </p:cNvPr>
          <p:cNvPicPr>
            <a:picLocks noChangeAspect="1"/>
          </p:cNvPicPr>
          <p:nvPr/>
        </p:nvPicPr>
        <p:blipFill>
          <a:blip r:embed="rId2"/>
          <a:stretch>
            <a:fillRect/>
          </a:stretch>
        </p:blipFill>
        <p:spPr>
          <a:xfrm>
            <a:off x="9314116" y="89323"/>
            <a:ext cx="2765658" cy="460943"/>
          </a:xfrm>
          <a:prstGeom prst="rect">
            <a:avLst/>
          </a:prstGeom>
        </p:spPr>
      </p:pic>
      <p:sp>
        <p:nvSpPr>
          <p:cNvPr id="5" name="Rectangle 3">
            <a:extLst>
              <a:ext uri="{FF2B5EF4-FFF2-40B4-BE49-F238E27FC236}">
                <a16:creationId xmlns:a16="http://schemas.microsoft.com/office/drawing/2014/main" id="{20CF9695-3687-8DEC-6E45-C8624E760705}"/>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05285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BodyPanel">
            <a:extLst>
              <a:ext uri="{FF2B5EF4-FFF2-40B4-BE49-F238E27FC236}">
                <a16:creationId xmlns:a16="http://schemas.microsoft.com/office/drawing/2014/main" id="{B5B7F6B6-E07F-4A2A-8C30-0FB34C546185}"/>
              </a:ext>
            </a:extLst>
          </p:cNvPr>
          <p:cNvSpPr/>
          <p:nvPr/>
        </p:nvSpPr>
        <p:spPr>
          <a:xfrm>
            <a:off x="647700" y="1778000"/>
            <a:ext cx="10896600" cy="4508500"/>
          </a:xfrm>
          <a:prstGeom prst="roundRect">
            <a:avLst/>
          </a:prstGeom>
          <a:solidFill>
            <a:srgbClr val="2D2D2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1" anchor="t"/>
          <a:lstStyle/>
          <a:p>
            <a:pPr algn="l"/>
            <a:endParaRPr lang="he-IL"/>
          </a:p>
        </p:txBody>
      </p:sp>
      <p:sp>
        <p:nvSpPr>
          <p:cNvPr id="2" name="Title 1"/>
          <p:cNvSpPr>
            <a:spLocks noGrp="1"/>
          </p:cNvSpPr>
          <p:nvPr>
            <p:ph type="title"/>
          </p:nvPr>
        </p:nvSpPr>
        <p:spPr/>
        <p:txBody>
          <a:bodyPr>
            <a:normAutofit/>
          </a:bodyPr>
          <a:lstStyle/>
          <a:p>
            <a:pPr algn="l"/>
            <a:r>
              <a:rPr lang="en-US" sz="3400">
                <a:solidFill>
                  <a:srgbClr val="4CAF50"/>
                </a:solidFill>
                <a:latin typeface="Aptos" panose="020B0004020202020204" pitchFamily="34" charset="0"/>
              </a:rPr>
              <a:t>Conclusions for Further Development</a:t>
            </a:r>
            <a:endParaRPr lang="en-US" sz="3400" dirty="0" err="1">
              <a:solidFill>
                <a:srgbClr val="4CAF50"/>
              </a:solidFill>
              <a:latin typeface="Aptos" panose="020B0004020202020204" pitchFamily="34" charset="0"/>
            </a:endParaRPr>
          </a:p>
        </p:txBody>
      </p:sp>
      <p:sp>
        <p:nvSpPr>
          <p:cNvPr id="3" name="Content Placeholder 2"/>
          <p:cNvSpPr>
            <a:spLocks noGrp="1"/>
          </p:cNvSpPr>
          <p:nvPr>
            <p:ph idx="1"/>
          </p:nvPr>
        </p:nvSpPr>
        <p:spPr>
          <a:xfrm>
            <a:off x="838200" y="2120433"/>
            <a:ext cx="10515600" cy="4351338"/>
          </a:xfrm>
        </p:spPr>
        <p:txBody>
          <a:bodyPr>
            <a:normAutofit/>
          </a:bodyPr>
          <a:lstStyle/>
          <a:p>
            <a:pPr algn="l" rtl="0"/>
            <a:r>
              <a:rPr lang="en-US" sz="1600" dirty="0">
                <a:solidFill>
                  <a:srgbClr val="F0F0F0"/>
                </a:solidFill>
                <a:latin typeface="Aptos" panose="020B0004020202020204" pitchFamily="34" charset="0"/>
              </a:rPr>
              <a:t>Add Google Maps or satellite map layers to display watering zones more realistically.</a:t>
            </a:r>
          </a:p>
          <a:p>
            <a:pPr algn="l" rtl="0"/>
            <a:r>
              <a:rPr lang="en-US" sz="1600" dirty="0">
                <a:solidFill>
                  <a:srgbClr val="F0F0F0"/>
                </a:solidFill>
                <a:latin typeface="Aptos" panose="020B0004020202020204" pitchFamily="34" charset="0"/>
              </a:rPr>
              <a:t>Add mobile support for workers inspecting plants in the field.</a:t>
            </a:r>
          </a:p>
          <a:p>
            <a:pPr algn="l" rtl="0"/>
            <a:r>
              <a:rPr lang="en-US" sz="1600" dirty="0">
                <a:solidFill>
                  <a:srgbClr val="F0F0F0"/>
                </a:solidFill>
                <a:latin typeface="Aptos" panose="020B0004020202020204" pitchFamily="34" charset="0"/>
              </a:rPr>
              <a:t>Integrate soil-moisture sensors and automatic watering alerts.</a:t>
            </a:r>
          </a:p>
          <a:p>
            <a:pPr algn="l" rtl="0"/>
            <a:r>
              <a:rPr lang="en-US" sz="1600" dirty="0">
                <a:solidFill>
                  <a:srgbClr val="F0F0F0"/>
                </a:solidFill>
                <a:latin typeface="Aptos" panose="020B0004020202020204" pitchFamily="34" charset="0"/>
              </a:rPr>
              <a:t>Improve the admin dashboard with analytics and visual reports.</a:t>
            </a:r>
          </a:p>
          <a:p>
            <a:pPr algn="l" rtl="0"/>
            <a:r>
              <a:rPr lang="en-US" sz="1600" dirty="0">
                <a:solidFill>
                  <a:srgbClr val="F0F0F0"/>
                </a:solidFill>
                <a:latin typeface="Aptos" panose="020B0004020202020204" pitchFamily="34" charset="0"/>
              </a:rPr>
              <a:t>Use cloud technologies for scalability and reliability.</a:t>
            </a:r>
          </a:p>
        </p:txBody>
      </p:sp>
      <p:pic>
        <p:nvPicPr>
          <p:cNvPr id="5" name="תמונה 4">
            <a:extLst>
              <a:ext uri="{FF2B5EF4-FFF2-40B4-BE49-F238E27FC236}">
                <a16:creationId xmlns:a16="http://schemas.microsoft.com/office/drawing/2014/main" id="{C1F7A1CD-A98C-6A4D-CD84-74FF137853C0}"/>
              </a:ext>
            </a:extLst>
          </p:cNvPr>
          <p:cNvPicPr>
            <a:picLocks noChangeAspect="1"/>
          </p:cNvPicPr>
          <p:nvPr/>
        </p:nvPicPr>
        <p:blipFill>
          <a:blip r:embed="rId2"/>
          <a:stretch>
            <a:fillRect/>
          </a:stretch>
        </p:blipFill>
        <p:spPr>
          <a:xfrm>
            <a:off x="9314116" y="89323"/>
            <a:ext cx="2765658" cy="460943"/>
          </a:xfrm>
          <a:prstGeom prst="rect">
            <a:avLst/>
          </a:prstGeom>
        </p:spPr>
      </p:pic>
      <p:sp>
        <p:nvSpPr>
          <p:cNvPr id="6" name="Rectangle 3">
            <a:extLst>
              <a:ext uri="{FF2B5EF4-FFF2-40B4-BE49-F238E27FC236}">
                <a16:creationId xmlns:a16="http://schemas.microsoft.com/office/drawing/2014/main" id="{9ADB6E25-C903-1214-3250-12B35672A056}"/>
              </a:ext>
            </a:extLst>
          </p:cNvPr>
          <p:cNvSpPr/>
          <p:nvPr/>
        </p:nvSpPr>
        <p:spPr>
          <a:xfrm>
            <a:off x="0" y="1587500"/>
            <a:ext cx="12192000" cy="129295"/>
          </a:xfrm>
          <a:prstGeom prst="rect">
            <a:avLst/>
          </a:prstGeom>
          <a:solidFill>
            <a:srgbClr val="4CAF50"/>
          </a:solidFill>
          <a:ln w="15875" cap="rnd" cmpd="sng" algn="ctr">
            <a:noFill/>
            <a:prstDash val="solid"/>
          </a:ln>
          <a:effectLst/>
          <a:extLst>
            <a:ext uri="{91240B29-F687-4F45-9708-019B960494DF}">
              <a14:hiddenLine xmlns:a14="http://schemas.microsoft.com/office/drawing/2010/main" w="15875" cap="rnd"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9840034"/>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5CF726D-7180-4426-BA2E-64B80C78366C}">
  <we:reference id="wa200010001" version="1.0.0.1" store="he-IL" storeType="OMEX"/>
  <we:alternateReferences>
    <we:reference id="wa200010001" version="1.0.0.1" store="wa200010001" storeType="OMEX"/>
  </we:alternateReferences>
  <we:properties>
    <we:property name="claude.fileId" value="&quot;fbbe9823-47e2-4175-8ef2-53fa7932917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11580</TotalTime>
  <Words>1493</Words>
  <Application>Microsoft Office PowerPoint</Application>
  <PresentationFormat>מסך רחב</PresentationFormat>
  <Paragraphs>184</Paragraphs>
  <Slides>29</Slides>
  <Notes>1</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29</vt:i4>
      </vt:variant>
    </vt:vector>
  </HeadingPairs>
  <TitlesOfParts>
    <vt:vector size="34" baseType="lpstr">
      <vt:lpstr>Aptos</vt:lpstr>
      <vt:lpstr>Aptos Display</vt:lpstr>
      <vt:lpstr>Arial</vt:lpstr>
      <vt:lpstr>Wingdings</vt:lpstr>
      <vt:lpstr>ערכת נושא Office</vt:lpstr>
      <vt:lpstr>Watering Dashboard Project</vt:lpstr>
      <vt:lpstr>Table of Contents</vt:lpstr>
      <vt:lpstr>Goal</vt:lpstr>
      <vt:lpstr>Existing Technologies and Market Solutions</vt:lpstr>
      <vt:lpstr>Main Processes</vt:lpstr>
      <vt:lpstr>Main Processes</vt:lpstr>
      <vt:lpstr>Main Processes</vt:lpstr>
      <vt:lpstr>Main Modules</vt:lpstr>
      <vt:lpstr>Main modules – Starting the server</vt:lpstr>
      <vt:lpstr>Main modules - React</vt:lpstr>
      <vt:lpstr>Main Modules – Routes</vt:lpstr>
      <vt:lpstr>Main Modules – DB</vt:lpstr>
      <vt:lpstr>Main modules - Config</vt:lpstr>
      <vt:lpstr>Main modules - Controllers</vt:lpstr>
      <vt:lpstr>Main modules - Models</vt:lpstr>
      <vt:lpstr>Main products:   Home Page – Before Login</vt:lpstr>
      <vt:lpstr>Main products:   Register Page:</vt:lpstr>
      <vt:lpstr>Main products:  Login Page: </vt:lpstr>
      <vt:lpstr>Main products:  Home Page-After Login:</vt:lpstr>
      <vt:lpstr>Main products:  Create New Area:</vt:lpstr>
      <vt:lpstr>Main products:  Create Image Area Page:</vt:lpstr>
      <vt:lpstr>Main products:  Create Map Area Page:</vt:lpstr>
      <vt:lpstr>Main products:  User Management Page:</vt:lpstr>
      <vt:lpstr>Main products:  Activity Logs Page:</vt:lpstr>
      <vt:lpstr>Main products:  Profile Page:</vt:lpstr>
      <vt:lpstr>Requirements from the Specification Document</vt:lpstr>
      <vt:lpstr>Unexpected Problems</vt:lpstr>
      <vt:lpstr>Coping and Solving</vt:lpstr>
      <vt:lpstr>Conclusions for Further Development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Shirin Fakiri</dc:creator>
  <cp:keywords/>
  <dc:description>generated using python-pptx</dc:description>
  <cp:lastModifiedBy>Shirin Fakiri</cp:lastModifiedBy>
  <cp:revision>53</cp:revision>
  <dcterms:created xsi:type="dcterms:W3CDTF">2013-01-27T09:14:16Z</dcterms:created>
  <dcterms:modified xsi:type="dcterms:W3CDTF">2026-05-30T16:01:59Z</dcterms:modified>
  <cp:category/>
</cp:coreProperties>
</file>