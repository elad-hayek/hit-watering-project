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notesMasterIdLst>
    <p:notesMasterId r:id="rId26"/>
  </p:notesMasterIdLst>
  <p:sldIdLst>
    <p:sldId id="256" r:id="rId2"/>
    <p:sldId id="281" r:id="rId3"/>
    <p:sldId id="257" r:id="rId4"/>
    <p:sldId id="277" r:id="rId5"/>
    <p:sldId id="258" r:id="rId6"/>
    <p:sldId id="280" r:id="rId7"/>
    <p:sldId id="264" r:id="rId8"/>
    <p:sldId id="259" r:id="rId9"/>
    <p:sldId id="265" r:id="rId10"/>
    <p:sldId id="266" r:id="rId11"/>
    <p:sldId id="267" r:id="rId12"/>
    <p:sldId id="268" r:id="rId13"/>
    <p:sldId id="274" r:id="rId14"/>
    <p:sldId id="275" r:id="rId15"/>
    <p:sldId id="276" r:id="rId16"/>
    <p:sldId id="270" r:id="rId17"/>
    <p:sldId id="271" r:id="rId18"/>
    <p:sldId id="272" r:id="rId19"/>
    <p:sldId id="273" r:id="rId20"/>
    <p:sldId id="279" r:id="rId21"/>
    <p:sldId id="260" r:id="rId22"/>
    <p:sldId id="261" r:id="rId23"/>
    <p:sldId id="262" r:id="rId24"/>
    <p:sldId id="263" r:id="rId2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78" d="100"/>
          <a:sy n="78" d="100"/>
        </p:scale>
        <p:origin x="850" y="62"/>
      </p:cViewPr>
      <p:guideLst>
        <p:guide orient="horz" pos="2160"/>
        <p:guide pos="384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מציין מיקום של כותרת עליונה 1"/>
          <p:cNvSpPr>
            <a:spLocks noGrp="1"/>
          </p:cNvSpPr>
          <p:nvPr>
            <p:ph type="hdr" sz="quarter"/>
          </p:nvPr>
        </p:nvSpPr>
        <p:spPr>
          <a:xfrm>
            <a:off x="3886200" y="0"/>
            <a:ext cx="2971800" cy="458788"/>
          </a:xfrm>
          <a:prstGeom prst="rect">
            <a:avLst/>
          </a:prstGeom>
        </p:spPr>
        <p:txBody>
          <a:bodyPr vert="horz" lIns="91440" tIns="45720" rIns="91440" bIns="45720" rtlCol="1"/>
          <a:lstStyle>
            <a:lvl1pPr algn="r">
              <a:defRPr sz="1200"/>
            </a:lvl1pPr>
          </a:lstStyle>
          <a:p>
            <a:endParaRPr lang="he-IL"/>
          </a:p>
        </p:txBody>
      </p:sp>
      <p:sp>
        <p:nvSpPr>
          <p:cNvPr id="3" name="מציין מיקום של תאריך 2"/>
          <p:cNvSpPr>
            <a:spLocks noGrp="1"/>
          </p:cNvSpPr>
          <p:nvPr>
            <p:ph type="dt" idx="1"/>
          </p:nvPr>
        </p:nvSpPr>
        <p:spPr>
          <a:xfrm>
            <a:off x="1588" y="0"/>
            <a:ext cx="2971800" cy="458788"/>
          </a:xfrm>
          <a:prstGeom prst="rect">
            <a:avLst/>
          </a:prstGeom>
        </p:spPr>
        <p:txBody>
          <a:bodyPr vert="horz" lIns="91440" tIns="45720" rIns="91440" bIns="45720" rtlCol="1"/>
          <a:lstStyle>
            <a:lvl1pPr algn="l">
              <a:defRPr sz="1200"/>
            </a:lvl1pPr>
          </a:lstStyle>
          <a:p>
            <a:fld id="{64CBD0A0-9FDC-4D40-B8C4-86FCBF82AE19}" type="datetimeFigureOut">
              <a:rPr lang="he-IL" smtClean="0"/>
              <a:t>י"ג/סיון/תשפ"ו</a:t>
            </a:fld>
            <a:endParaRPr lang="he-IL"/>
          </a:p>
        </p:txBody>
      </p:sp>
      <p:sp>
        <p:nvSpPr>
          <p:cNvPr id="4" name="מציין מיקום של תמונת שקופית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1" anchor="ctr"/>
          <a:lstStyle/>
          <a:p>
            <a:endParaRPr lang="he-IL"/>
          </a:p>
        </p:txBody>
      </p:sp>
      <p:sp>
        <p:nvSpPr>
          <p:cNvPr id="5" name="מציין מיקום של הערות 4"/>
          <p:cNvSpPr>
            <a:spLocks noGrp="1"/>
          </p:cNvSpPr>
          <p:nvPr>
            <p:ph type="body" sz="quarter" idx="3"/>
          </p:nvPr>
        </p:nvSpPr>
        <p:spPr>
          <a:xfrm>
            <a:off x="685800" y="4400550"/>
            <a:ext cx="5486400" cy="3600450"/>
          </a:xfrm>
          <a:prstGeom prst="rect">
            <a:avLst/>
          </a:prstGeom>
        </p:spPr>
        <p:txBody>
          <a:bodyPr vert="horz" lIns="91440" tIns="45720" rIns="91440" bIns="45720" rtlCol="1"/>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6" name="מציין מיקום של כותרת תחתונה 5"/>
          <p:cNvSpPr>
            <a:spLocks noGrp="1"/>
          </p:cNvSpPr>
          <p:nvPr>
            <p:ph type="ftr" sz="quarter" idx="4"/>
          </p:nvPr>
        </p:nvSpPr>
        <p:spPr>
          <a:xfrm>
            <a:off x="3886200" y="8685213"/>
            <a:ext cx="2971800" cy="458787"/>
          </a:xfrm>
          <a:prstGeom prst="rect">
            <a:avLst/>
          </a:prstGeom>
        </p:spPr>
        <p:txBody>
          <a:bodyPr vert="horz" lIns="91440" tIns="45720" rIns="91440" bIns="45720" rtlCol="1" anchor="b"/>
          <a:lstStyle>
            <a:lvl1pPr algn="r">
              <a:defRPr sz="1200"/>
            </a:lvl1pPr>
          </a:lstStyle>
          <a:p>
            <a:endParaRPr lang="he-IL"/>
          </a:p>
        </p:txBody>
      </p:sp>
      <p:sp>
        <p:nvSpPr>
          <p:cNvPr id="7" name="מציין מיקום של מספר שקופית 6"/>
          <p:cNvSpPr>
            <a:spLocks noGrp="1"/>
          </p:cNvSpPr>
          <p:nvPr>
            <p:ph type="sldNum" sz="quarter" idx="5"/>
          </p:nvPr>
        </p:nvSpPr>
        <p:spPr>
          <a:xfrm>
            <a:off x="1588" y="8685213"/>
            <a:ext cx="2971800" cy="458787"/>
          </a:xfrm>
          <a:prstGeom prst="rect">
            <a:avLst/>
          </a:prstGeom>
        </p:spPr>
        <p:txBody>
          <a:bodyPr vert="horz" lIns="91440" tIns="45720" rIns="91440" bIns="45720" rtlCol="1" anchor="b"/>
          <a:lstStyle>
            <a:lvl1pPr algn="l">
              <a:defRPr sz="1200"/>
            </a:lvl1pPr>
          </a:lstStyle>
          <a:p>
            <a:fld id="{BAB0FAAD-67F4-4342-BF46-9679C2F69E56}" type="slidenum">
              <a:rPr lang="he-IL" smtClean="0"/>
              <a:t>‹#›</a:t>
            </a:fld>
            <a:endParaRPr lang="he-IL"/>
          </a:p>
        </p:txBody>
      </p:sp>
    </p:spTree>
    <p:extLst>
      <p:ext uri="{BB962C8B-B14F-4D97-AF65-F5344CB8AC3E}">
        <p14:creationId xmlns:p14="http://schemas.microsoft.com/office/powerpoint/2010/main" val="2412159744"/>
      </p:ext>
    </p:extLst>
  </p:cSld>
  <p:clrMap bg1="lt1" tx1="dk1" bg2="lt2" tx2="dk2" accent1="accent1" accent2="accent2" accent3="accent3" accent4="accent4" accent5="accent5" accent6="accent6" hlink="hlink" folHlink="folHlink"/>
  <p:notesStyle>
    <a:lvl1pPr marL="0" algn="r" defTabSz="914400" rtl="1" eaLnBrk="1" latinLnBrk="0" hangingPunct="1">
      <a:defRPr sz="1200" kern="1200">
        <a:solidFill>
          <a:schemeClr val="tx1"/>
        </a:solidFill>
        <a:latin typeface="+mn-lt"/>
        <a:ea typeface="+mn-ea"/>
        <a:cs typeface="+mn-cs"/>
      </a:defRPr>
    </a:lvl1pPr>
    <a:lvl2pPr marL="457200" algn="r" defTabSz="914400" rtl="1" eaLnBrk="1" latinLnBrk="0" hangingPunct="1">
      <a:defRPr sz="1200" kern="1200">
        <a:solidFill>
          <a:schemeClr val="tx1"/>
        </a:solidFill>
        <a:latin typeface="+mn-lt"/>
        <a:ea typeface="+mn-ea"/>
        <a:cs typeface="+mn-cs"/>
      </a:defRPr>
    </a:lvl2pPr>
    <a:lvl3pPr marL="914400" algn="r" defTabSz="914400" rtl="1" eaLnBrk="1" latinLnBrk="0" hangingPunct="1">
      <a:defRPr sz="1200" kern="1200">
        <a:solidFill>
          <a:schemeClr val="tx1"/>
        </a:solidFill>
        <a:latin typeface="+mn-lt"/>
        <a:ea typeface="+mn-ea"/>
        <a:cs typeface="+mn-cs"/>
      </a:defRPr>
    </a:lvl3pPr>
    <a:lvl4pPr marL="1371600" algn="r" defTabSz="914400" rtl="1" eaLnBrk="1" latinLnBrk="0" hangingPunct="1">
      <a:defRPr sz="1200" kern="1200">
        <a:solidFill>
          <a:schemeClr val="tx1"/>
        </a:solidFill>
        <a:latin typeface="+mn-lt"/>
        <a:ea typeface="+mn-ea"/>
        <a:cs typeface="+mn-cs"/>
      </a:defRPr>
    </a:lvl4pPr>
    <a:lvl5pPr marL="1828800" algn="r" defTabSz="914400" rtl="1" eaLnBrk="1" latinLnBrk="0" hangingPunct="1">
      <a:defRPr sz="1200" kern="1200">
        <a:solidFill>
          <a:schemeClr val="tx1"/>
        </a:solidFill>
        <a:latin typeface="+mn-lt"/>
        <a:ea typeface="+mn-ea"/>
        <a:cs typeface="+mn-cs"/>
      </a:defRPr>
    </a:lvl5pPr>
    <a:lvl6pPr marL="2286000" algn="r" defTabSz="914400" rtl="1" eaLnBrk="1" latinLnBrk="0" hangingPunct="1">
      <a:defRPr sz="1200" kern="1200">
        <a:solidFill>
          <a:schemeClr val="tx1"/>
        </a:solidFill>
        <a:latin typeface="+mn-lt"/>
        <a:ea typeface="+mn-ea"/>
        <a:cs typeface="+mn-cs"/>
      </a:defRPr>
    </a:lvl6pPr>
    <a:lvl7pPr marL="2743200" algn="r" defTabSz="914400" rtl="1" eaLnBrk="1" latinLnBrk="0" hangingPunct="1">
      <a:defRPr sz="1200" kern="1200">
        <a:solidFill>
          <a:schemeClr val="tx1"/>
        </a:solidFill>
        <a:latin typeface="+mn-lt"/>
        <a:ea typeface="+mn-ea"/>
        <a:cs typeface="+mn-cs"/>
      </a:defRPr>
    </a:lvl7pPr>
    <a:lvl8pPr marL="3200400" algn="r" defTabSz="914400" rtl="1" eaLnBrk="1" latinLnBrk="0" hangingPunct="1">
      <a:defRPr sz="1200" kern="1200">
        <a:solidFill>
          <a:schemeClr val="tx1"/>
        </a:solidFill>
        <a:latin typeface="+mn-lt"/>
        <a:ea typeface="+mn-ea"/>
        <a:cs typeface="+mn-cs"/>
      </a:defRPr>
    </a:lvl8pPr>
    <a:lvl9pPr marL="3657600" algn="r" defTabSz="914400" rtl="1"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מונת שקופית 1"/>
          <p:cNvSpPr>
            <a:spLocks noGrp="1" noRot="1" noChangeAspect="1"/>
          </p:cNvSpPr>
          <p:nvPr>
            <p:ph type="sldImg"/>
          </p:nvPr>
        </p:nvSpPr>
        <p:spPr>
          <a:xfrm>
            <a:off x="685800" y="1143000"/>
            <a:ext cx="5486400" cy="3086100"/>
          </a:xfrm>
        </p:spPr>
        <p:txBody>
          <a:bodyPr/>
          <a:lstStyle/>
          <a:p>
            <a:endParaRPr lang="he-IL"/>
          </a:p>
        </p:txBody>
      </p:sp>
      <p:sp>
        <p:nvSpPr>
          <p:cNvPr id="3" name="מציין מיקום של הערות 2"/>
          <p:cNvSpPr>
            <a:spLocks noGrp="1"/>
          </p:cNvSpPr>
          <p:nvPr>
            <p:ph type="body" idx="1"/>
          </p:nvPr>
        </p:nvSpPr>
        <p:spPr/>
        <p:txBody>
          <a:bodyPr/>
          <a:lstStyle/>
          <a:p>
            <a:endParaRPr lang="he-IL" dirty="0"/>
          </a:p>
        </p:txBody>
      </p:sp>
      <p:sp>
        <p:nvSpPr>
          <p:cNvPr id="4" name="מציין מיקום של מספר שקופית 3"/>
          <p:cNvSpPr>
            <a:spLocks noGrp="1"/>
          </p:cNvSpPr>
          <p:nvPr>
            <p:ph type="sldNum" sz="quarter" idx="5"/>
          </p:nvPr>
        </p:nvSpPr>
        <p:spPr/>
        <p:txBody>
          <a:bodyPr/>
          <a:lstStyle/>
          <a:p>
            <a:fld id="{BAB0FAAD-67F4-4342-BF46-9679C2F69E56}" type="slidenum">
              <a:rPr lang="he-IL" smtClean="0"/>
              <a:t>5</a:t>
            </a:fld>
            <a:endParaRPr lang="he-IL"/>
          </a:p>
        </p:txBody>
      </p:sp>
    </p:spTree>
    <p:extLst>
      <p:ext uri="{BB962C8B-B14F-4D97-AF65-F5344CB8AC3E}">
        <p14:creationId xmlns:p14="http://schemas.microsoft.com/office/powerpoint/2010/main" val="368254961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שקופית כותרת">
    <p:spTree>
      <p:nvGrpSpPr>
        <p:cNvPr id="1" name=""/>
        <p:cNvGrpSpPr/>
        <p:nvPr/>
      </p:nvGrpSpPr>
      <p:grpSpPr>
        <a:xfrm>
          <a:off x="0" y="0"/>
          <a:ext cx="0" cy="0"/>
          <a:chOff x="0" y="0"/>
          <a:chExt cx="0" cy="0"/>
        </a:xfrm>
      </p:grpSpPr>
      <p:sp>
        <p:nvSpPr>
          <p:cNvPr id="11" name="Freeform 6"/>
          <p:cNvSpPr/>
          <p:nvPr/>
        </p:nvSpPr>
        <p:spPr bwMode="auto">
          <a:xfrm>
            <a:off x="0" y="-3175"/>
            <a:ext cx="12192000" cy="5203825"/>
          </a:xfrm>
          <a:custGeom>
            <a:avLst/>
            <a:gdLst/>
            <a:ahLst/>
            <a:cxnLst/>
            <a:rect l="0" t="0" r="r" b="b"/>
            <a:pathLst>
              <a:path w="5760" h="3278">
                <a:moveTo>
                  <a:pt x="5760" y="0"/>
                </a:moveTo>
                <a:lnTo>
                  <a:pt x="0" y="0"/>
                </a:lnTo>
                <a:lnTo>
                  <a:pt x="0" y="3090"/>
                </a:lnTo>
                <a:lnTo>
                  <a:pt x="943" y="3090"/>
                </a:lnTo>
                <a:lnTo>
                  <a:pt x="1123" y="3270"/>
                </a:lnTo>
                <a:lnTo>
                  <a:pt x="1123" y="3270"/>
                </a:lnTo>
                <a:lnTo>
                  <a:pt x="1127" y="3272"/>
                </a:lnTo>
                <a:lnTo>
                  <a:pt x="1133" y="3275"/>
                </a:lnTo>
                <a:lnTo>
                  <a:pt x="1139" y="3278"/>
                </a:lnTo>
                <a:lnTo>
                  <a:pt x="1144" y="3278"/>
                </a:lnTo>
                <a:lnTo>
                  <a:pt x="1150" y="3278"/>
                </a:lnTo>
                <a:lnTo>
                  <a:pt x="1155" y="3275"/>
                </a:lnTo>
                <a:lnTo>
                  <a:pt x="1161" y="3272"/>
                </a:lnTo>
                <a:lnTo>
                  <a:pt x="1165" y="3270"/>
                </a:lnTo>
                <a:lnTo>
                  <a:pt x="1345" y="3090"/>
                </a:lnTo>
                <a:lnTo>
                  <a:pt x="5760" y="3090"/>
                </a:lnTo>
                <a:lnTo>
                  <a:pt x="5760" y="0"/>
                </a:lnTo>
                <a:close/>
              </a:path>
            </a:pathLst>
          </a:custGeom>
          <a:ln/>
          <a:effectLst/>
          <a:extLst>
            <a:ext uri="{91240B29-F687-4f45-9708-019B960494DF}">
              <a14:hiddenLine xmlns:a14="http://schemas.microsoft.com/office/drawing/2010/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txBody>
          <a:bodyPr/>
          <a:lstStyle/>
          <a:p>
            <a:endParaRPr lang="he-IL"/>
          </a:p>
        </p:txBody>
      </p:sp>
      <p:sp>
        <p:nvSpPr>
          <p:cNvPr id="2" name="Title 1"/>
          <p:cNvSpPr>
            <a:spLocks noGrp="1"/>
          </p:cNvSpPr>
          <p:nvPr>
            <p:ph type="ctrTitle"/>
          </p:nvPr>
        </p:nvSpPr>
        <p:spPr>
          <a:xfrm>
            <a:off x="810001" y="1449147"/>
            <a:ext cx="10572000" cy="2971051"/>
          </a:xfrm>
        </p:spPr>
        <p:txBody>
          <a:bodyPr/>
          <a:lstStyle>
            <a:lvl1pPr>
              <a:defRPr sz="5400"/>
            </a:lvl1pPr>
          </a:lstStyle>
          <a:p>
            <a:r>
              <a:rPr lang="he-IL"/>
              <a:t>לחץ כדי לערוך סגנון כותרת של תבנית בסיס</a:t>
            </a:r>
            <a:endParaRPr lang="en-US" dirty="0"/>
          </a:p>
        </p:txBody>
      </p:sp>
      <p:sp>
        <p:nvSpPr>
          <p:cNvPr id="3" name="Subtitle 2"/>
          <p:cNvSpPr>
            <a:spLocks noGrp="1"/>
          </p:cNvSpPr>
          <p:nvPr>
            <p:ph type="subTitle" idx="1"/>
          </p:nvPr>
        </p:nvSpPr>
        <p:spPr>
          <a:xfrm>
            <a:off x="810001" y="5280847"/>
            <a:ext cx="10572000" cy="434974"/>
          </a:xfrm>
        </p:spPr>
        <p:txBody>
          <a:bodyPr anchor="t"/>
          <a:lstStyle>
            <a:lvl1pPr marL="0" indent="0" algn="l">
              <a:buNone/>
              <a:defRPr>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he-IL"/>
              <a:t>לחץ כדי לערוך סגנון כותרת משנה של תבנית בסיס</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5/29/2026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4468044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כותרת ותוכן">
    <p:spTree>
      <p:nvGrpSpPr>
        <p:cNvPr id="1" name=""/>
        <p:cNvGrpSpPr/>
        <p:nvPr/>
      </p:nvGrpSpPr>
      <p:grpSpPr>
        <a:xfrm>
          <a:off x="0" y="0"/>
          <a:ext cx="0" cy="0"/>
          <a:chOff x="0" y="0"/>
          <a:chExt cx="0" cy="0"/>
        </a:xfrm>
      </p:grpSpPr>
      <p:sp>
        <p:nvSpPr>
          <p:cNvPr id="11" name="Freeform 6"/>
          <p:cNvSpPr/>
          <p:nvPr/>
        </p:nvSpPr>
        <p:spPr bwMode="auto">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xtLst>
            <a:ext uri="{91240B29-F687-4f45-9708-019B960494DF}">
              <a14:hiddenLine xmlns:a14="http://schemas.microsoft.com/office/drawing/2010/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txBody>
          <a:bodyPr/>
          <a:lstStyle/>
          <a:p>
            <a:endParaRPr lang="he-IL"/>
          </a:p>
        </p:txBody>
      </p:sp>
      <p:sp>
        <p:nvSpPr>
          <p:cNvPr id="2" name="Title 1"/>
          <p:cNvSpPr>
            <a:spLocks noGrp="1"/>
          </p:cNvSpPr>
          <p:nvPr>
            <p:ph type="title"/>
          </p:nvPr>
        </p:nvSpPr>
        <p:spPr>
          <a:xfrm>
            <a:off x="810000" y="447188"/>
            <a:ext cx="10571998" cy="970450"/>
          </a:xfrm>
        </p:spPr>
        <p:txBody>
          <a:bodyPr/>
          <a:lstStyle/>
          <a:p>
            <a:r>
              <a:rPr lang="he-IL"/>
              <a:t>לחץ כדי לערוך סגנון כותרת של תבנית בסיס</a:t>
            </a:r>
            <a:endParaRPr lang="en-US" dirty="0"/>
          </a:p>
        </p:txBody>
      </p:sp>
      <p:sp>
        <p:nvSpPr>
          <p:cNvPr id="3" name="Content Placeholder 2"/>
          <p:cNvSpPr>
            <a:spLocks noGrp="1"/>
          </p:cNvSpPr>
          <p:nvPr>
            <p:ph idx="1"/>
          </p:nvPr>
        </p:nvSpPr>
        <p:spPr>
          <a:xfrm>
            <a:off x="818712" y="2222287"/>
            <a:ext cx="10554574" cy="3636511"/>
          </a:xfrm>
        </p:spPr>
        <p:txBody>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5/29/2026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533003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כותרת מקטע עליונה">
    <p:spTree>
      <p:nvGrpSpPr>
        <p:cNvPr id="1" name=""/>
        <p:cNvGrpSpPr/>
        <p:nvPr/>
      </p:nvGrpSpPr>
      <p:grpSpPr>
        <a:xfrm>
          <a:off x="0" y="0"/>
          <a:ext cx="0" cy="0"/>
          <a:chOff x="0" y="0"/>
          <a:chExt cx="0" cy="0"/>
        </a:xfrm>
      </p:grpSpPr>
      <p:sp>
        <p:nvSpPr>
          <p:cNvPr id="10" name="Freeform 7"/>
          <p:cNvSpPr/>
          <p:nvPr/>
        </p:nvSpPr>
        <p:spPr bwMode="auto">
          <a:xfrm>
            <a:off x="0" y="1"/>
            <a:ext cx="12192000" cy="5203825"/>
          </a:xfrm>
          <a:custGeom>
            <a:avLst/>
            <a:gdLst/>
            <a:ahLst/>
            <a:cxnLst/>
            <a:rect l="0" t="0" r="r" b="b"/>
            <a:pathLst>
              <a:path w="5760" h="3278">
                <a:moveTo>
                  <a:pt x="0" y="0"/>
                </a:moveTo>
                <a:lnTo>
                  <a:pt x="5760" y="0"/>
                </a:lnTo>
                <a:lnTo>
                  <a:pt x="5760" y="3090"/>
                </a:lnTo>
                <a:lnTo>
                  <a:pt x="4817" y="3090"/>
                </a:lnTo>
                <a:lnTo>
                  <a:pt x="4637" y="3270"/>
                </a:lnTo>
                <a:lnTo>
                  <a:pt x="4637" y="3270"/>
                </a:lnTo>
                <a:lnTo>
                  <a:pt x="4633" y="3272"/>
                </a:lnTo>
                <a:lnTo>
                  <a:pt x="4627" y="3275"/>
                </a:lnTo>
                <a:lnTo>
                  <a:pt x="4621" y="3278"/>
                </a:lnTo>
                <a:lnTo>
                  <a:pt x="4616" y="3278"/>
                </a:lnTo>
                <a:lnTo>
                  <a:pt x="4610" y="3278"/>
                </a:lnTo>
                <a:lnTo>
                  <a:pt x="4605" y="3275"/>
                </a:lnTo>
                <a:lnTo>
                  <a:pt x="4599" y="3272"/>
                </a:lnTo>
                <a:lnTo>
                  <a:pt x="4595" y="3270"/>
                </a:lnTo>
                <a:lnTo>
                  <a:pt x="4415" y="3090"/>
                </a:lnTo>
                <a:lnTo>
                  <a:pt x="0" y="3090"/>
                </a:lnTo>
                <a:lnTo>
                  <a:pt x="0" y="0"/>
                </a:lnTo>
                <a:lnTo>
                  <a:pt x="0" y="0"/>
                </a:lnTo>
                <a:close/>
              </a:path>
            </a:pathLst>
          </a:custGeom>
          <a:ln>
            <a:headEnd/>
            <a:tailEnd/>
          </a:ln>
        </p:spPr>
        <p:style>
          <a:lnRef idx="1">
            <a:schemeClr val="accent1"/>
          </a:lnRef>
          <a:fillRef idx="3">
            <a:schemeClr val="accent1"/>
          </a:fillRef>
          <a:effectRef idx="2">
            <a:schemeClr val="accent1"/>
          </a:effectRef>
          <a:fontRef idx="minor">
            <a:schemeClr val="lt1"/>
          </a:fontRef>
        </p:style>
        <p:txBody>
          <a:bodyPr/>
          <a:lstStyle/>
          <a:p>
            <a:endParaRPr lang="he-IL"/>
          </a:p>
        </p:txBody>
      </p:sp>
      <p:sp>
        <p:nvSpPr>
          <p:cNvPr id="2" name="Title 1"/>
          <p:cNvSpPr>
            <a:spLocks noGrp="1"/>
          </p:cNvSpPr>
          <p:nvPr>
            <p:ph type="title"/>
          </p:nvPr>
        </p:nvSpPr>
        <p:spPr>
          <a:xfrm>
            <a:off x="810000" y="2951396"/>
            <a:ext cx="10561418" cy="1468800"/>
          </a:xfrm>
        </p:spPr>
        <p:txBody>
          <a:bodyPr anchor="b"/>
          <a:lstStyle>
            <a:lvl1pPr algn="r">
              <a:defRPr sz="4800" b="1" cap="none"/>
            </a:lvl1pPr>
          </a:lstStyle>
          <a:p>
            <a:r>
              <a:rPr lang="he-IL"/>
              <a:t>לחץ כדי לערוך סגנון כותרת של תבנית בסיס</a:t>
            </a:r>
            <a:endParaRPr lang="en-US" dirty="0"/>
          </a:p>
        </p:txBody>
      </p:sp>
      <p:sp>
        <p:nvSpPr>
          <p:cNvPr id="3" name="Text Placeholder 2"/>
          <p:cNvSpPr>
            <a:spLocks noGrp="1"/>
          </p:cNvSpPr>
          <p:nvPr>
            <p:ph type="body" idx="1"/>
          </p:nvPr>
        </p:nvSpPr>
        <p:spPr>
          <a:xfrm>
            <a:off x="810000" y="5281201"/>
            <a:ext cx="10561418" cy="433955"/>
          </a:xfrm>
        </p:spPr>
        <p:txBody>
          <a:bodyPr anchor="t">
            <a:noAutofit/>
          </a:bodyPr>
          <a:lstStyle>
            <a:lvl1pPr marL="0" indent="0" algn="r">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he-IL"/>
              <a:t>לחץ כדי לערוך סגנונות טקסט של תבנית בסיס</a:t>
            </a:r>
          </a:p>
        </p:txBody>
      </p:sp>
      <p:sp>
        <p:nvSpPr>
          <p:cNvPr id="4" name="Date Placeholder 3"/>
          <p:cNvSpPr>
            <a:spLocks noGrp="1"/>
          </p:cNvSpPr>
          <p:nvPr>
            <p:ph type="dt" sz="half" idx="10"/>
          </p:nvPr>
        </p:nvSpPr>
        <p:spPr/>
        <p:txBody>
          <a:bodyPr/>
          <a:lstStyle/>
          <a:p>
            <a:fld id="{5BCAD085-E8A6-8845-BD4E-CB4CCA059FC4}" type="datetimeFigureOut">
              <a:rPr lang="en-US" smtClean="0"/>
              <a:t>5/29/2026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5863136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שני תכנים">
    <p:spTree>
      <p:nvGrpSpPr>
        <p:cNvPr id="1" name=""/>
        <p:cNvGrpSpPr/>
        <p:nvPr/>
      </p:nvGrpSpPr>
      <p:grpSpPr>
        <a:xfrm>
          <a:off x="0" y="0"/>
          <a:ext cx="0" cy="0"/>
          <a:chOff x="0" y="0"/>
          <a:chExt cx="0" cy="0"/>
        </a:xfrm>
      </p:grpSpPr>
      <p:sp>
        <p:nvSpPr>
          <p:cNvPr id="8" name="Freeform 6"/>
          <p:cNvSpPr/>
          <p:nvPr/>
        </p:nvSpPr>
        <p:spPr bwMode="auto">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xtLst>
            <a:ext uri="{91240B29-F687-4f45-9708-019B960494DF}">
              <a14:hiddenLine xmlns:a14="http://schemas.microsoft.com/office/drawing/2010/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txBody>
          <a:bodyPr/>
          <a:lstStyle/>
          <a:p>
            <a:endParaRPr lang="he-IL"/>
          </a:p>
        </p:txBody>
      </p:sp>
      <p:sp>
        <p:nvSpPr>
          <p:cNvPr id="2" name="Title 1"/>
          <p:cNvSpPr>
            <a:spLocks noGrp="1"/>
          </p:cNvSpPr>
          <p:nvPr>
            <p:ph type="title"/>
          </p:nvPr>
        </p:nvSpPr>
        <p:spPr/>
        <p:txBody>
          <a:bodyPr/>
          <a:lstStyle/>
          <a:p>
            <a:r>
              <a:rPr lang="he-IL"/>
              <a:t>לחץ כדי לערוך סגנון כותרת של תבנית בסיס</a:t>
            </a:r>
            <a:endParaRPr lang="en-US" dirty="0"/>
          </a:p>
        </p:txBody>
      </p:sp>
      <p:sp>
        <p:nvSpPr>
          <p:cNvPr id="3" name="Content Placeholder 2"/>
          <p:cNvSpPr>
            <a:spLocks noGrp="1"/>
          </p:cNvSpPr>
          <p:nvPr>
            <p:ph sz="half" idx="1"/>
          </p:nvPr>
        </p:nvSpPr>
        <p:spPr>
          <a:xfrm>
            <a:off x="818712" y="2222287"/>
            <a:ext cx="5185873" cy="3638763"/>
          </a:xfrm>
        </p:spPr>
        <p:txBody>
          <a:bodyPr>
            <a:normAutofit/>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endParaRPr lang="en-US" dirty="0"/>
          </a:p>
        </p:txBody>
      </p:sp>
      <p:sp>
        <p:nvSpPr>
          <p:cNvPr id="4" name="Content Placeholder 3"/>
          <p:cNvSpPr>
            <a:spLocks noGrp="1"/>
          </p:cNvSpPr>
          <p:nvPr>
            <p:ph sz="half" idx="2"/>
          </p:nvPr>
        </p:nvSpPr>
        <p:spPr>
          <a:xfrm>
            <a:off x="6187415" y="2222287"/>
            <a:ext cx="5194583" cy="3638764"/>
          </a:xfrm>
        </p:spPr>
        <p:txBody>
          <a:bodyPr>
            <a:normAutofit/>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endParaRPr lang="en-US" dirty="0"/>
          </a:p>
        </p:txBody>
      </p:sp>
      <p:sp>
        <p:nvSpPr>
          <p:cNvPr id="5" name="Date Placeholder 4"/>
          <p:cNvSpPr>
            <a:spLocks noGrp="1"/>
          </p:cNvSpPr>
          <p:nvPr>
            <p:ph type="dt" sz="half" idx="10"/>
          </p:nvPr>
        </p:nvSpPr>
        <p:spPr/>
        <p:txBody>
          <a:bodyPr/>
          <a:lstStyle/>
          <a:p>
            <a:fld id="{5BCAD085-E8A6-8845-BD4E-CB4CCA059FC4}" type="datetimeFigureOut">
              <a:rPr lang="en-US" smtClean="0"/>
              <a:t>5/29/2026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8020175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השוואה">
    <p:spTree>
      <p:nvGrpSpPr>
        <p:cNvPr id="1" name=""/>
        <p:cNvGrpSpPr/>
        <p:nvPr/>
      </p:nvGrpSpPr>
      <p:grpSpPr>
        <a:xfrm>
          <a:off x="0" y="0"/>
          <a:ext cx="0" cy="0"/>
          <a:chOff x="0" y="0"/>
          <a:chExt cx="0" cy="0"/>
        </a:xfrm>
      </p:grpSpPr>
      <p:sp>
        <p:nvSpPr>
          <p:cNvPr id="10" name="Freeform 6"/>
          <p:cNvSpPr/>
          <p:nvPr/>
        </p:nvSpPr>
        <p:spPr bwMode="auto">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xtLst>
            <a:ext uri="{91240B29-F687-4f45-9708-019B960494DF}">
              <a14:hiddenLine xmlns:a14="http://schemas.microsoft.com/office/drawing/2010/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txBody>
          <a:bodyPr/>
          <a:lstStyle/>
          <a:p>
            <a:endParaRPr lang="he-IL"/>
          </a:p>
        </p:txBody>
      </p:sp>
      <p:sp>
        <p:nvSpPr>
          <p:cNvPr id="2" name="Title 1"/>
          <p:cNvSpPr>
            <a:spLocks noGrp="1"/>
          </p:cNvSpPr>
          <p:nvPr>
            <p:ph type="title"/>
          </p:nvPr>
        </p:nvSpPr>
        <p:spPr/>
        <p:txBody>
          <a:bodyPr/>
          <a:lstStyle>
            <a:lvl1pPr>
              <a:defRPr/>
            </a:lvl1pPr>
          </a:lstStyle>
          <a:p>
            <a:r>
              <a:rPr lang="he-IL"/>
              <a:t>לחץ כדי לערוך סגנון כותרת של תבנית בסיס</a:t>
            </a:r>
            <a:endParaRPr lang="en-US" dirty="0"/>
          </a:p>
        </p:txBody>
      </p:sp>
      <p:sp>
        <p:nvSpPr>
          <p:cNvPr id="3" name="Text Placeholder 2"/>
          <p:cNvSpPr>
            <a:spLocks noGrp="1"/>
          </p:cNvSpPr>
          <p:nvPr>
            <p:ph type="body" idx="1"/>
          </p:nvPr>
        </p:nvSpPr>
        <p:spPr>
          <a:xfrm>
            <a:off x="814728" y="2174875"/>
            <a:ext cx="5189857" cy="576262"/>
          </a:xfrm>
        </p:spPr>
        <p:txBody>
          <a:bodyPr anchor="b">
            <a:noAutofit/>
          </a:bodyPr>
          <a:lstStyle>
            <a:lvl1pPr marL="0" indent="0" algn="ctr">
              <a:buNone/>
              <a:defRPr sz="20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he-IL"/>
              <a:t>לחץ כדי לערוך סגנונות טקסט של תבנית בסיס</a:t>
            </a:r>
          </a:p>
        </p:txBody>
      </p:sp>
      <p:sp>
        <p:nvSpPr>
          <p:cNvPr id="4" name="Content Placeholder 3"/>
          <p:cNvSpPr>
            <a:spLocks noGrp="1"/>
          </p:cNvSpPr>
          <p:nvPr>
            <p:ph sz="half" idx="2"/>
          </p:nvPr>
        </p:nvSpPr>
        <p:spPr>
          <a:xfrm>
            <a:off x="814729" y="2751138"/>
            <a:ext cx="5189856" cy="3109913"/>
          </a:xfrm>
        </p:spPr>
        <p:txBody>
          <a:bodyPr anchor="t">
            <a:normAutofit/>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endParaRPr lang="en-US" dirty="0"/>
          </a:p>
        </p:txBody>
      </p:sp>
      <p:sp>
        <p:nvSpPr>
          <p:cNvPr id="5" name="Text Placeholder 4"/>
          <p:cNvSpPr>
            <a:spLocks noGrp="1"/>
          </p:cNvSpPr>
          <p:nvPr>
            <p:ph type="body" sz="quarter" idx="3"/>
          </p:nvPr>
        </p:nvSpPr>
        <p:spPr>
          <a:xfrm>
            <a:off x="6187415" y="2174875"/>
            <a:ext cx="5194583" cy="576262"/>
          </a:xfrm>
        </p:spPr>
        <p:txBody>
          <a:bodyPr anchor="b">
            <a:noAutofit/>
          </a:bodyPr>
          <a:lstStyle>
            <a:lvl1pPr marL="0" indent="0" algn="ctr">
              <a:buNone/>
              <a:defRPr sz="20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he-IL"/>
              <a:t>לחץ כדי לערוך סגנונות טקסט של תבנית בסיס</a:t>
            </a:r>
          </a:p>
        </p:txBody>
      </p:sp>
      <p:sp>
        <p:nvSpPr>
          <p:cNvPr id="6" name="Content Placeholder 5"/>
          <p:cNvSpPr>
            <a:spLocks noGrp="1"/>
          </p:cNvSpPr>
          <p:nvPr>
            <p:ph sz="quarter" idx="4"/>
          </p:nvPr>
        </p:nvSpPr>
        <p:spPr>
          <a:xfrm>
            <a:off x="6187415" y="2751138"/>
            <a:ext cx="5194583" cy="3109913"/>
          </a:xfrm>
        </p:spPr>
        <p:txBody>
          <a:bodyPr anchor="t">
            <a:normAutofit/>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endParaRPr lang="en-US" dirty="0"/>
          </a:p>
        </p:txBody>
      </p:sp>
      <p:sp>
        <p:nvSpPr>
          <p:cNvPr id="7" name="Date Placeholder 6"/>
          <p:cNvSpPr>
            <a:spLocks noGrp="1"/>
          </p:cNvSpPr>
          <p:nvPr>
            <p:ph type="dt" sz="half" idx="10"/>
          </p:nvPr>
        </p:nvSpPr>
        <p:spPr/>
        <p:txBody>
          <a:bodyPr/>
          <a:lstStyle/>
          <a:p>
            <a:fld id="{5BCAD085-E8A6-8845-BD4E-CB4CCA059FC4}" type="datetimeFigureOut">
              <a:rPr lang="en-US" smtClean="0"/>
              <a:t>5/29/2026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96639429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כותרת בלבד">
    <p:spTree>
      <p:nvGrpSpPr>
        <p:cNvPr id="1" name=""/>
        <p:cNvGrpSpPr/>
        <p:nvPr/>
      </p:nvGrpSpPr>
      <p:grpSpPr>
        <a:xfrm>
          <a:off x="0" y="0"/>
          <a:ext cx="0" cy="0"/>
          <a:chOff x="0" y="0"/>
          <a:chExt cx="0" cy="0"/>
        </a:xfrm>
      </p:grpSpPr>
      <p:sp>
        <p:nvSpPr>
          <p:cNvPr id="6" name="Freeform 6"/>
          <p:cNvSpPr/>
          <p:nvPr/>
        </p:nvSpPr>
        <p:spPr bwMode="auto">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xtLst>
            <a:ext uri="{91240B29-F687-4f45-9708-019B960494DF}">
              <a14:hiddenLine xmlns:a14="http://schemas.microsoft.com/office/drawing/2010/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txBody>
          <a:bodyPr/>
          <a:lstStyle/>
          <a:p>
            <a:endParaRPr lang="he-IL"/>
          </a:p>
        </p:txBody>
      </p:sp>
      <p:sp>
        <p:nvSpPr>
          <p:cNvPr id="2" name="Title 1"/>
          <p:cNvSpPr>
            <a:spLocks noGrp="1"/>
          </p:cNvSpPr>
          <p:nvPr>
            <p:ph type="title"/>
          </p:nvPr>
        </p:nvSpPr>
        <p:spPr/>
        <p:txBody>
          <a:bodyPr/>
          <a:lstStyle/>
          <a:p>
            <a:r>
              <a:rPr lang="he-IL"/>
              <a:t>לחץ כדי לערוך סגנון כותרת של תבנית בסיס</a:t>
            </a:r>
            <a:endParaRPr lang="en-US" dirty="0"/>
          </a:p>
        </p:txBody>
      </p:sp>
      <p:sp>
        <p:nvSpPr>
          <p:cNvPr id="3" name="Date Placeholder 2"/>
          <p:cNvSpPr>
            <a:spLocks noGrp="1"/>
          </p:cNvSpPr>
          <p:nvPr>
            <p:ph type="dt" sz="half" idx="10"/>
          </p:nvPr>
        </p:nvSpPr>
        <p:spPr/>
        <p:txBody>
          <a:bodyPr/>
          <a:lstStyle/>
          <a:p>
            <a:fld id="{5BCAD085-E8A6-8845-BD4E-CB4CCA059FC4}" type="datetimeFigureOut">
              <a:rPr lang="en-US" smtClean="0"/>
              <a:t>5/29/2026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3713575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ריק">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5/29/2026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46970044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תוכן עם כיתוב">
    <p:spTree>
      <p:nvGrpSpPr>
        <p:cNvPr id="1" name=""/>
        <p:cNvGrpSpPr/>
        <p:nvPr/>
      </p:nvGrpSpPr>
      <p:grpSpPr>
        <a:xfrm>
          <a:off x="0" y="0"/>
          <a:ext cx="0" cy="0"/>
          <a:chOff x="0" y="0"/>
          <a:chExt cx="0" cy="0"/>
        </a:xfrm>
      </p:grpSpPr>
      <p:sp>
        <p:nvSpPr>
          <p:cNvPr id="12" name="Freeform 6"/>
          <p:cNvSpPr>
            <a:spLocks noChangeAspect="1"/>
          </p:cNvSpPr>
          <p:nvPr/>
        </p:nvSpPr>
        <p:spPr bwMode="auto">
          <a:xfrm>
            <a:off x="1073151" y="446087"/>
            <a:ext cx="3547533" cy="1814651"/>
          </a:xfrm>
          <a:custGeom>
            <a:avLst/>
            <a:gdLst/>
            <a:ahLst/>
            <a:cxnLst/>
            <a:rect l="0" t="0" r="r" b="b"/>
            <a:pathLst>
              <a:path w="3384" h="2308">
                <a:moveTo>
                  <a:pt x="3340" y="0"/>
                </a:moveTo>
                <a:lnTo>
                  <a:pt x="44" y="0"/>
                </a:lnTo>
                <a:lnTo>
                  <a:pt x="44" y="0"/>
                </a:lnTo>
                <a:lnTo>
                  <a:pt x="34" y="0"/>
                </a:lnTo>
                <a:lnTo>
                  <a:pt x="26" y="4"/>
                </a:lnTo>
                <a:lnTo>
                  <a:pt x="20" y="8"/>
                </a:lnTo>
                <a:lnTo>
                  <a:pt x="12" y="12"/>
                </a:lnTo>
                <a:lnTo>
                  <a:pt x="8" y="20"/>
                </a:lnTo>
                <a:lnTo>
                  <a:pt x="4" y="26"/>
                </a:lnTo>
                <a:lnTo>
                  <a:pt x="0" y="34"/>
                </a:lnTo>
                <a:lnTo>
                  <a:pt x="0" y="44"/>
                </a:lnTo>
                <a:lnTo>
                  <a:pt x="0" y="2076"/>
                </a:lnTo>
                <a:lnTo>
                  <a:pt x="0" y="2076"/>
                </a:lnTo>
                <a:lnTo>
                  <a:pt x="0" y="2086"/>
                </a:lnTo>
                <a:lnTo>
                  <a:pt x="4" y="2094"/>
                </a:lnTo>
                <a:lnTo>
                  <a:pt x="8" y="2100"/>
                </a:lnTo>
                <a:lnTo>
                  <a:pt x="12" y="2108"/>
                </a:lnTo>
                <a:lnTo>
                  <a:pt x="20" y="2112"/>
                </a:lnTo>
                <a:lnTo>
                  <a:pt x="26" y="2116"/>
                </a:lnTo>
                <a:lnTo>
                  <a:pt x="34" y="2120"/>
                </a:lnTo>
                <a:lnTo>
                  <a:pt x="44" y="2120"/>
                </a:lnTo>
                <a:lnTo>
                  <a:pt x="474" y="2120"/>
                </a:lnTo>
                <a:lnTo>
                  <a:pt x="650" y="2296"/>
                </a:lnTo>
                <a:lnTo>
                  <a:pt x="650" y="2296"/>
                </a:lnTo>
                <a:lnTo>
                  <a:pt x="656" y="2300"/>
                </a:lnTo>
                <a:lnTo>
                  <a:pt x="664" y="2304"/>
                </a:lnTo>
                <a:lnTo>
                  <a:pt x="672" y="2308"/>
                </a:lnTo>
                <a:lnTo>
                  <a:pt x="680" y="2308"/>
                </a:lnTo>
                <a:lnTo>
                  <a:pt x="688" y="2308"/>
                </a:lnTo>
                <a:lnTo>
                  <a:pt x="696" y="2304"/>
                </a:lnTo>
                <a:lnTo>
                  <a:pt x="704" y="2300"/>
                </a:lnTo>
                <a:lnTo>
                  <a:pt x="710" y="2296"/>
                </a:lnTo>
                <a:lnTo>
                  <a:pt x="886" y="2120"/>
                </a:lnTo>
                <a:lnTo>
                  <a:pt x="3340" y="2120"/>
                </a:lnTo>
                <a:lnTo>
                  <a:pt x="3340" y="2120"/>
                </a:lnTo>
                <a:lnTo>
                  <a:pt x="3350" y="2120"/>
                </a:lnTo>
                <a:lnTo>
                  <a:pt x="3358" y="2116"/>
                </a:lnTo>
                <a:lnTo>
                  <a:pt x="3364" y="2112"/>
                </a:lnTo>
                <a:lnTo>
                  <a:pt x="3372" y="2108"/>
                </a:lnTo>
                <a:lnTo>
                  <a:pt x="3376" y="2100"/>
                </a:lnTo>
                <a:lnTo>
                  <a:pt x="3380" y="2094"/>
                </a:lnTo>
                <a:lnTo>
                  <a:pt x="3384" y="2086"/>
                </a:lnTo>
                <a:lnTo>
                  <a:pt x="3384" y="2076"/>
                </a:lnTo>
                <a:lnTo>
                  <a:pt x="3384" y="44"/>
                </a:lnTo>
                <a:lnTo>
                  <a:pt x="3384" y="44"/>
                </a:lnTo>
                <a:lnTo>
                  <a:pt x="3384" y="34"/>
                </a:lnTo>
                <a:lnTo>
                  <a:pt x="3380" y="26"/>
                </a:lnTo>
                <a:lnTo>
                  <a:pt x="3376" y="20"/>
                </a:lnTo>
                <a:lnTo>
                  <a:pt x="3372" y="12"/>
                </a:lnTo>
                <a:lnTo>
                  <a:pt x="3364" y="8"/>
                </a:lnTo>
                <a:lnTo>
                  <a:pt x="3358" y="4"/>
                </a:lnTo>
                <a:lnTo>
                  <a:pt x="3350" y="0"/>
                </a:lnTo>
                <a:lnTo>
                  <a:pt x="3340" y="0"/>
                </a:lnTo>
                <a:lnTo>
                  <a:pt x="3340" y="0"/>
                </a:lnTo>
                <a:close/>
              </a:path>
            </a:pathLst>
          </a:custGeom>
          <a:ln/>
          <a:extLst>
            <a:ext uri="{91240B29-F687-4f45-9708-019B960494DF}">
              <a14:hiddenLine xmlns:a14="http://schemas.microsoft.com/office/drawing/2010/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txBody>
          <a:bodyPr/>
          <a:lstStyle/>
          <a:p>
            <a:endParaRPr lang="he-IL"/>
          </a:p>
        </p:txBody>
      </p:sp>
      <p:sp>
        <p:nvSpPr>
          <p:cNvPr id="2" name="Title 1"/>
          <p:cNvSpPr>
            <a:spLocks noGrp="1"/>
          </p:cNvSpPr>
          <p:nvPr>
            <p:ph type="title"/>
          </p:nvPr>
        </p:nvSpPr>
        <p:spPr>
          <a:xfrm>
            <a:off x="1073151" y="446088"/>
            <a:ext cx="3547533" cy="1618396"/>
          </a:xfrm>
        </p:spPr>
        <p:txBody>
          <a:bodyPr anchor="b"/>
          <a:lstStyle>
            <a:lvl1pPr algn="l">
              <a:defRPr sz="2000" b="1"/>
            </a:lvl1pPr>
          </a:lstStyle>
          <a:p>
            <a:r>
              <a:rPr lang="he-IL"/>
              <a:t>לחץ כדי לערוך סגנון כותרת של תבנית בסיס</a:t>
            </a:r>
            <a:endParaRPr lang="en-US" dirty="0"/>
          </a:p>
        </p:txBody>
      </p:sp>
      <p:sp>
        <p:nvSpPr>
          <p:cNvPr id="3" name="Content Placeholder 2"/>
          <p:cNvSpPr>
            <a:spLocks noGrp="1"/>
          </p:cNvSpPr>
          <p:nvPr>
            <p:ph idx="1"/>
          </p:nvPr>
        </p:nvSpPr>
        <p:spPr>
          <a:xfrm>
            <a:off x="4855633" y="446088"/>
            <a:ext cx="6252633" cy="5414963"/>
          </a:xfrm>
        </p:spPr>
        <p:txBody>
          <a:bodyPr>
            <a:normAutofit/>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endParaRPr lang="en-US" dirty="0"/>
          </a:p>
        </p:txBody>
      </p:sp>
      <p:sp>
        <p:nvSpPr>
          <p:cNvPr id="4" name="Text Placeholder 3"/>
          <p:cNvSpPr>
            <a:spLocks noGrp="1"/>
          </p:cNvSpPr>
          <p:nvPr>
            <p:ph type="body" sz="half" idx="2"/>
          </p:nvPr>
        </p:nvSpPr>
        <p:spPr>
          <a:xfrm>
            <a:off x="1073151" y="2260738"/>
            <a:ext cx="3547533" cy="3600311"/>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he-IL"/>
              <a:t>לחץ כדי לערוך סגנונות טקסט של תבנית בסיס</a:t>
            </a:r>
          </a:p>
        </p:txBody>
      </p:sp>
      <p:sp>
        <p:nvSpPr>
          <p:cNvPr id="5" name="Date Placeholder 4"/>
          <p:cNvSpPr>
            <a:spLocks noGrp="1"/>
          </p:cNvSpPr>
          <p:nvPr>
            <p:ph type="dt" sz="half" idx="10"/>
          </p:nvPr>
        </p:nvSpPr>
        <p:spPr/>
        <p:txBody>
          <a:bodyPr/>
          <a:lstStyle/>
          <a:p>
            <a:fld id="{5BCAD085-E8A6-8845-BD4E-CB4CCA059FC4}" type="datetimeFigureOut">
              <a:rPr lang="en-US" smtClean="0"/>
              <a:t>5/29/2026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65580201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תמונה עם כיתוב">
    <p:spTree>
      <p:nvGrpSpPr>
        <p:cNvPr id="1" name=""/>
        <p:cNvGrpSpPr/>
        <p:nvPr/>
      </p:nvGrpSpPr>
      <p:grpSpPr>
        <a:xfrm>
          <a:off x="0" y="0"/>
          <a:ext cx="0" cy="0"/>
          <a:chOff x="0" y="0"/>
          <a:chExt cx="0" cy="0"/>
        </a:xfrm>
      </p:grpSpPr>
      <p:sp>
        <p:nvSpPr>
          <p:cNvPr id="2" name="Title 1"/>
          <p:cNvSpPr>
            <a:spLocks noGrp="1"/>
          </p:cNvSpPr>
          <p:nvPr>
            <p:ph type="title"/>
          </p:nvPr>
        </p:nvSpPr>
        <p:spPr>
          <a:xfrm>
            <a:off x="814728" y="727522"/>
            <a:ext cx="4852988" cy="1617163"/>
          </a:xfrm>
        </p:spPr>
        <p:txBody>
          <a:bodyPr anchor="b">
            <a:normAutofit/>
          </a:bodyPr>
          <a:lstStyle>
            <a:lvl1pPr algn="l">
              <a:defRPr sz="2400" b="0"/>
            </a:lvl1pPr>
          </a:lstStyle>
          <a:p>
            <a:r>
              <a:rPr lang="he-IL"/>
              <a:t>לחץ כדי לערוך סגנון כותרת של תבנית בסיס</a:t>
            </a:r>
            <a:endParaRPr lang="en-US" dirty="0"/>
          </a:p>
        </p:txBody>
      </p:sp>
      <p:sp>
        <p:nvSpPr>
          <p:cNvPr id="9" name="Picture Placeholder 11"/>
          <p:cNvSpPr>
            <a:spLocks noGrp="1" noChangeAspect="1"/>
          </p:cNvSpPr>
          <p:nvPr>
            <p:ph type="pic" sz="quarter" idx="13"/>
          </p:nvPr>
        </p:nvSpPr>
        <p:spPr bwMode="auto">
          <a:xfrm>
            <a:off x="6098117" y="0"/>
            <a:ext cx="6093883" cy="6858000"/>
          </a:xfrm>
          <a:custGeom>
            <a:avLst/>
            <a:gdLst/>
            <a:ahLst/>
            <a:cxnLst/>
            <a:rect l="0" t="0" r="r" b="b"/>
            <a:pathLst>
              <a:path w="2879" h="4320">
                <a:moveTo>
                  <a:pt x="183" y="0"/>
                </a:moveTo>
                <a:lnTo>
                  <a:pt x="183" y="1197"/>
                </a:lnTo>
                <a:lnTo>
                  <a:pt x="8" y="1372"/>
                </a:lnTo>
                <a:lnTo>
                  <a:pt x="8" y="1372"/>
                </a:lnTo>
                <a:lnTo>
                  <a:pt x="6" y="1376"/>
                </a:lnTo>
                <a:lnTo>
                  <a:pt x="3" y="1382"/>
                </a:lnTo>
                <a:lnTo>
                  <a:pt x="0" y="1387"/>
                </a:lnTo>
                <a:lnTo>
                  <a:pt x="0" y="1393"/>
                </a:lnTo>
                <a:lnTo>
                  <a:pt x="0" y="1399"/>
                </a:lnTo>
                <a:lnTo>
                  <a:pt x="3" y="1404"/>
                </a:lnTo>
                <a:lnTo>
                  <a:pt x="6" y="1410"/>
                </a:lnTo>
                <a:lnTo>
                  <a:pt x="8" y="1414"/>
                </a:lnTo>
                <a:lnTo>
                  <a:pt x="183" y="1589"/>
                </a:lnTo>
                <a:lnTo>
                  <a:pt x="183" y="4320"/>
                </a:lnTo>
                <a:lnTo>
                  <a:pt x="2879" y="4320"/>
                </a:lnTo>
                <a:lnTo>
                  <a:pt x="2879" y="0"/>
                </a:lnTo>
                <a:lnTo>
                  <a:pt x="183" y="0"/>
                </a:lnTo>
                <a:close/>
              </a:path>
            </a:pathLst>
          </a:custGeom>
          <a:noFill/>
          <a:ln w="9525">
            <a:solidFill>
              <a:schemeClr val="tx2"/>
            </a:solidFill>
            <a:round/>
            <a:headEnd/>
            <a:tailEnd/>
          </a:ln>
          <a:effectLst/>
        </p:spPr>
        <p:txBody>
          <a:bodyPr wrap="square" numCol="1" anchor="t" anchorCtr="0" compatLnSpc="1">
            <a:prstTxWarp prst="textNoShape">
              <a:avLst/>
            </a:prstTxWarp>
            <a:normAutofit/>
          </a:bodyPr>
          <a:lstStyle>
            <a:lvl1pPr algn="ctr">
              <a:buFontTx/>
              <a:buNone/>
              <a:defRPr sz="1400"/>
            </a:lvl1pPr>
          </a:lstStyle>
          <a:p>
            <a:r>
              <a:rPr lang="he-IL"/>
              <a:t>לחץ על הסמל כדי להוסיף תמונה</a:t>
            </a:r>
            <a:endParaRPr lang="en-US" dirty="0"/>
          </a:p>
        </p:txBody>
      </p:sp>
      <p:sp>
        <p:nvSpPr>
          <p:cNvPr id="4" name="Text Placeholder 3"/>
          <p:cNvSpPr>
            <a:spLocks noGrp="1"/>
          </p:cNvSpPr>
          <p:nvPr>
            <p:ph type="body" sz="half" idx="2"/>
          </p:nvPr>
        </p:nvSpPr>
        <p:spPr>
          <a:xfrm>
            <a:off x="814728" y="2344684"/>
            <a:ext cx="4852988" cy="3516365"/>
          </a:xfrm>
        </p:spPr>
        <p:txBody>
          <a:bodyPr anchor="t">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he-IL"/>
              <a:t>לחץ כדי לערוך סגנונות טקסט של תבנית בסיס</a:t>
            </a:r>
          </a:p>
        </p:txBody>
      </p:sp>
      <p:sp>
        <p:nvSpPr>
          <p:cNvPr id="5" name="Date Placeholder 4"/>
          <p:cNvSpPr>
            <a:spLocks noGrp="1"/>
          </p:cNvSpPr>
          <p:nvPr>
            <p:ph type="dt" sz="half" idx="10"/>
          </p:nvPr>
        </p:nvSpPr>
        <p:spPr>
          <a:xfrm>
            <a:off x="3885810" y="6041362"/>
            <a:ext cx="976879" cy="365125"/>
          </a:xfrm>
        </p:spPr>
        <p:txBody>
          <a:bodyPr/>
          <a:lstStyle/>
          <a:p>
            <a:fld id="{5BCAD085-E8A6-8845-BD4E-CB4CCA059FC4}" type="datetimeFigureOut">
              <a:rPr lang="en-US" smtClean="0"/>
              <a:t>5/29/2026</a:t>
            </a:fld>
            <a:endParaRPr lang="en-US"/>
          </a:p>
        </p:txBody>
      </p:sp>
      <p:sp>
        <p:nvSpPr>
          <p:cNvPr id="6" name="Footer Placeholder 5"/>
          <p:cNvSpPr>
            <a:spLocks noGrp="1"/>
          </p:cNvSpPr>
          <p:nvPr>
            <p:ph type="ftr" sz="quarter" idx="11"/>
          </p:nvPr>
        </p:nvSpPr>
        <p:spPr>
          <a:xfrm>
            <a:off x="590396" y="6041362"/>
            <a:ext cx="3295413" cy="365125"/>
          </a:xfrm>
        </p:spPr>
        <p:txBody>
          <a:bodyPr/>
          <a:lstStyle/>
          <a:p>
            <a:endParaRPr lang="en-US"/>
          </a:p>
        </p:txBody>
      </p:sp>
      <p:sp>
        <p:nvSpPr>
          <p:cNvPr id="7" name="Slide Number Placeholder 6"/>
          <p:cNvSpPr>
            <a:spLocks noGrp="1"/>
          </p:cNvSpPr>
          <p:nvPr>
            <p:ph type="sldNum" sz="quarter" idx="12"/>
          </p:nvPr>
        </p:nvSpPr>
        <p:spPr>
          <a:xfrm>
            <a:off x="4862689" y="5915888"/>
            <a:ext cx="1062155" cy="490599"/>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46395182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תמונה פנורמית עם כיתוב">
    <p:spTree>
      <p:nvGrpSpPr>
        <p:cNvPr id="1" name=""/>
        <p:cNvGrpSpPr/>
        <p:nvPr/>
      </p:nvGrpSpPr>
      <p:grpSpPr>
        <a:xfrm>
          <a:off x="0" y="0"/>
          <a:ext cx="0" cy="0"/>
          <a:chOff x="0" y="0"/>
          <a:chExt cx="0" cy="0"/>
        </a:xfrm>
      </p:grpSpPr>
      <p:sp>
        <p:nvSpPr>
          <p:cNvPr id="2" name="Title 1"/>
          <p:cNvSpPr>
            <a:spLocks noGrp="1"/>
          </p:cNvSpPr>
          <p:nvPr>
            <p:ph type="title"/>
          </p:nvPr>
        </p:nvSpPr>
        <p:spPr>
          <a:xfrm>
            <a:off x="810000" y="4800600"/>
            <a:ext cx="10561418" cy="566738"/>
          </a:xfrm>
        </p:spPr>
        <p:txBody>
          <a:bodyPr anchor="b">
            <a:normAutofit/>
          </a:bodyPr>
          <a:lstStyle>
            <a:lvl1pPr algn="l">
              <a:defRPr sz="2400" b="0"/>
            </a:lvl1pPr>
          </a:lstStyle>
          <a:p>
            <a:r>
              <a:rPr lang="he-IL"/>
              <a:t>לחץ כדי לערוך סגנון כותרת של תבנית בסיס</a:t>
            </a:r>
            <a:endParaRPr lang="en-US" dirty="0"/>
          </a:p>
        </p:txBody>
      </p:sp>
      <p:sp>
        <p:nvSpPr>
          <p:cNvPr id="15" name="Picture Placeholder 14"/>
          <p:cNvSpPr>
            <a:spLocks noGrp="1" noChangeAspect="1"/>
          </p:cNvSpPr>
          <p:nvPr>
            <p:ph type="pic" sz="quarter" idx="13"/>
          </p:nvPr>
        </p:nvSpPr>
        <p:spPr bwMode="auto">
          <a:xfrm>
            <a:off x="0" y="0"/>
            <a:ext cx="12192000" cy="4800600"/>
          </a:xfrm>
          <a:custGeom>
            <a:avLst/>
            <a:gdLst/>
            <a:ahLst/>
            <a:cxnLst/>
            <a:rect l="0" t="0" r="r" b="b"/>
            <a:pathLst>
              <a:path w="5760" h="3289">
                <a:moveTo>
                  <a:pt x="5760" y="0"/>
                </a:moveTo>
                <a:lnTo>
                  <a:pt x="0" y="0"/>
                </a:lnTo>
                <a:lnTo>
                  <a:pt x="0" y="3100"/>
                </a:lnTo>
                <a:lnTo>
                  <a:pt x="943" y="3100"/>
                </a:lnTo>
                <a:lnTo>
                  <a:pt x="1123" y="3281"/>
                </a:lnTo>
                <a:lnTo>
                  <a:pt x="1123" y="3281"/>
                </a:lnTo>
                <a:lnTo>
                  <a:pt x="1127" y="3283"/>
                </a:lnTo>
                <a:lnTo>
                  <a:pt x="1133" y="3286"/>
                </a:lnTo>
                <a:lnTo>
                  <a:pt x="1139" y="3289"/>
                </a:lnTo>
                <a:lnTo>
                  <a:pt x="1144" y="3289"/>
                </a:lnTo>
                <a:lnTo>
                  <a:pt x="1150" y="3289"/>
                </a:lnTo>
                <a:lnTo>
                  <a:pt x="1155" y="3286"/>
                </a:lnTo>
                <a:lnTo>
                  <a:pt x="1161" y="3283"/>
                </a:lnTo>
                <a:lnTo>
                  <a:pt x="1165" y="3281"/>
                </a:lnTo>
                <a:lnTo>
                  <a:pt x="1345" y="3100"/>
                </a:lnTo>
                <a:lnTo>
                  <a:pt x="5760" y="3100"/>
                </a:lnTo>
                <a:lnTo>
                  <a:pt x="5760" y="0"/>
                </a:lnTo>
                <a:close/>
              </a:path>
            </a:pathLst>
          </a:custGeom>
          <a:noFill/>
          <a:ln>
            <a:solidFill>
              <a:schemeClr val="tx2"/>
            </a:solidFill>
          </a:ln>
        </p:spPr>
        <p:style>
          <a:lnRef idx="1">
            <a:schemeClr val="accent1"/>
          </a:lnRef>
          <a:fillRef idx="3">
            <a:schemeClr val="accent1"/>
          </a:fillRef>
          <a:effectRef idx="2">
            <a:schemeClr val="accent1"/>
          </a:effectRef>
          <a:fontRef idx="minor">
            <a:schemeClr val="lt1"/>
          </a:fontRef>
        </p:style>
        <p:txBody>
          <a:bodyPr wrap="square" numCol="1" anchor="t" anchorCtr="0" compatLnSpc="1">
            <a:prstTxWarp prst="textNoShape">
              <a:avLst/>
            </a:prstTxWarp>
            <a:normAutofit/>
          </a:bodyPr>
          <a:lstStyle>
            <a:lvl1pPr marL="0" indent="0" algn="ctr">
              <a:buFontTx/>
              <a:buNone/>
              <a:defRPr sz="1600"/>
            </a:lvl1pPr>
          </a:lstStyle>
          <a:p>
            <a:r>
              <a:rPr lang="he-IL"/>
              <a:t>לחץ על הסמל כדי להוסיף תמונה</a:t>
            </a:r>
            <a:endParaRPr lang="en-US" dirty="0"/>
          </a:p>
        </p:txBody>
      </p:sp>
      <p:sp>
        <p:nvSpPr>
          <p:cNvPr id="4" name="Text Placeholder 3"/>
          <p:cNvSpPr>
            <a:spLocks noGrp="1"/>
          </p:cNvSpPr>
          <p:nvPr>
            <p:ph type="body" sz="half" idx="2"/>
          </p:nvPr>
        </p:nvSpPr>
        <p:spPr>
          <a:xfrm>
            <a:off x="810000" y="5367338"/>
            <a:ext cx="10561418"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he-IL"/>
              <a:t>לחץ כדי לערוך סגנונות טקסט של תבנית בסיס</a:t>
            </a:r>
          </a:p>
        </p:txBody>
      </p:sp>
      <p:sp>
        <p:nvSpPr>
          <p:cNvPr id="5" name="Date Placeholder 4"/>
          <p:cNvSpPr>
            <a:spLocks noGrp="1"/>
          </p:cNvSpPr>
          <p:nvPr>
            <p:ph type="dt" sz="half" idx="10"/>
          </p:nvPr>
        </p:nvSpPr>
        <p:spPr/>
        <p:txBody>
          <a:bodyPr/>
          <a:lstStyle/>
          <a:p>
            <a:fld id="{5BCAD085-E8A6-8845-BD4E-CB4CCA059FC4}" type="datetimeFigureOut">
              <a:rPr lang="en-US" smtClean="0"/>
              <a:t>5/29/2026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9852588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ציטוט עם כיתוב">
    <p:spTree>
      <p:nvGrpSpPr>
        <p:cNvPr id="1" name=""/>
        <p:cNvGrpSpPr/>
        <p:nvPr/>
      </p:nvGrpSpPr>
      <p:grpSpPr>
        <a:xfrm>
          <a:off x="0" y="0"/>
          <a:ext cx="0" cy="0"/>
          <a:chOff x="0" y="0"/>
          <a:chExt cx="0" cy="0"/>
        </a:xfrm>
      </p:grpSpPr>
      <p:sp>
        <p:nvSpPr>
          <p:cNvPr id="8" name="Freeform 6"/>
          <p:cNvSpPr>
            <a:spLocks noChangeAspect="1"/>
          </p:cNvSpPr>
          <p:nvPr/>
        </p:nvSpPr>
        <p:spPr bwMode="auto">
          <a:xfrm>
            <a:off x="631697" y="1081456"/>
            <a:ext cx="6332416" cy="3239188"/>
          </a:xfrm>
          <a:custGeom>
            <a:avLst/>
            <a:gdLst/>
            <a:ahLst/>
            <a:cxnLst/>
            <a:rect l="0" t="0" r="r" b="b"/>
            <a:pathLst>
              <a:path w="3384" h="2308">
                <a:moveTo>
                  <a:pt x="3340" y="0"/>
                </a:moveTo>
                <a:lnTo>
                  <a:pt x="44" y="0"/>
                </a:lnTo>
                <a:lnTo>
                  <a:pt x="44" y="0"/>
                </a:lnTo>
                <a:lnTo>
                  <a:pt x="34" y="0"/>
                </a:lnTo>
                <a:lnTo>
                  <a:pt x="26" y="4"/>
                </a:lnTo>
                <a:lnTo>
                  <a:pt x="20" y="8"/>
                </a:lnTo>
                <a:lnTo>
                  <a:pt x="12" y="12"/>
                </a:lnTo>
                <a:lnTo>
                  <a:pt x="8" y="20"/>
                </a:lnTo>
                <a:lnTo>
                  <a:pt x="4" y="26"/>
                </a:lnTo>
                <a:lnTo>
                  <a:pt x="0" y="34"/>
                </a:lnTo>
                <a:lnTo>
                  <a:pt x="0" y="44"/>
                </a:lnTo>
                <a:lnTo>
                  <a:pt x="0" y="2076"/>
                </a:lnTo>
                <a:lnTo>
                  <a:pt x="0" y="2076"/>
                </a:lnTo>
                <a:lnTo>
                  <a:pt x="0" y="2086"/>
                </a:lnTo>
                <a:lnTo>
                  <a:pt x="4" y="2094"/>
                </a:lnTo>
                <a:lnTo>
                  <a:pt x="8" y="2100"/>
                </a:lnTo>
                <a:lnTo>
                  <a:pt x="12" y="2108"/>
                </a:lnTo>
                <a:lnTo>
                  <a:pt x="20" y="2112"/>
                </a:lnTo>
                <a:lnTo>
                  <a:pt x="26" y="2116"/>
                </a:lnTo>
                <a:lnTo>
                  <a:pt x="34" y="2120"/>
                </a:lnTo>
                <a:lnTo>
                  <a:pt x="44" y="2120"/>
                </a:lnTo>
                <a:lnTo>
                  <a:pt x="474" y="2120"/>
                </a:lnTo>
                <a:lnTo>
                  <a:pt x="650" y="2296"/>
                </a:lnTo>
                <a:lnTo>
                  <a:pt x="650" y="2296"/>
                </a:lnTo>
                <a:lnTo>
                  <a:pt x="656" y="2300"/>
                </a:lnTo>
                <a:lnTo>
                  <a:pt x="664" y="2304"/>
                </a:lnTo>
                <a:lnTo>
                  <a:pt x="672" y="2308"/>
                </a:lnTo>
                <a:lnTo>
                  <a:pt x="680" y="2308"/>
                </a:lnTo>
                <a:lnTo>
                  <a:pt x="688" y="2308"/>
                </a:lnTo>
                <a:lnTo>
                  <a:pt x="696" y="2304"/>
                </a:lnTo>
                <a:lnTo>
                  <a:pt x="704" y="2300"/>
                </a:lnTo>
                <a:lnTo>
                  <a:pt x="710" y="2296"/>
                </a:lnTo>
                <a:lnTo>
                  <a:pt x="886" y="2120"/>
                </a:lnTo>
                <a:lnTo>
                  <a:pt x="3340" y="2120"/>
                </a:lnTo>
                <a:lnTo>
                  <a:pt x="3340" y="2120"/>
                </a:lnTo>
                <a:lnTo>
                  <a:pt x="3350" y="2120"/>
                </a:lnTo>
                <a:lnTo>
                  <a:pt x="3358" y="2116"/>
                </a:lnTo>
                <a:lnTo>
                  <a:pt x="3364" y="2112"/>
                </a:lnTo>
                <a:lnTo>
                  <a:pt x="3372" y="2108"/>
                </a:lnTo>
                <a:lnTo>
                  <a:pt x="3376" y="2100"/>
                </a:lnTo>
                <a:lnTo>
                  <a:pt x="3380" y="2094"/>
                </a:lnTo>
                <a:lnTo>
                  <a:pt x="3384" y="2086"/>
                </a:lnTo>
                <a:lnTo>
                  <a:pt x="3384" y="2076"/>
                </a:lnTo>
                <a:lnTo>
                  <a:pt x="3384" y="44"/>
                </a:lnTo>
                <a:lnTo>
                  <a:pt x="3384" y="44"/>
                </a:lnTo>
                <a:lnTo>
                  <a:pt x="3384" y="34"/>
                </a:lnTo>
                <a:lnTo>
                  <a:pt x="3380" y="26"/>
                </a:lnTo>
                <a:lnTo>
                  <a:pt x="3376" y="20"/>
                </a:lnTo>
                <a:lnTo>
                  <a:pt x="3372" y="12"/>
                </a:lnTo>
                <a:lnTo>
                  <a:pt x="3364" y="8"/>
                </a:lnTo>
                <a:lnTo>
                  <a:pt x="3358" y="4"/>
                </a:lnTo>
                <a:lnTo>
                  <a:pt x="3350" y="0"/>
                </a:lnTo>
                <a:lnTo>
                  <a:pt x="3340" y="0"/>
                </a:lnTo>
                <a:lnTo>
                  <a:pt x="3340" y="0"/>
                </a:lnTo>
                <a:close/>
              </a:path>
            </a:pathLst>
          </a:custGeom>
          <a:ln>
            <a:solidFill>
              <a:schemeClr val="accent1"/>
            </a:solidFill>
          </a:ln>
        </p:spPr>
        <p:style>
          <a:lnRef idx="1">
            <a:schemeClr val="accent1"/>
          </a:lnRef>
          <a:fillRef idx="3">
            <a:schemeClr val="accent1"/>
          </a:fillRef>
          <a:effectRef idx="2">
            <a:schemeClr val="accent1"/>
          </a:effectRef>
          <a:fontRef idx="minor">
            <a:schemeClr val="lt1"/>
          </a:fontRef>
        </p:style>
        <p:txBody>
          <a:bodyPr/>
          <a:lstStyle/>
          <a:p>
            <a:endParaRPr lang="he-IL"/>
          </a:p>
        </p:txBody>
      </p:sp>
      <p:sp>
        <p:nvSpPr>
          <p:cNvPr id="2" name="Title 1"/>
          <p:cNvSpPr>
            <a:spLocks noGrp="1"/>
          </p:cNvSpPr>
          <p:nvPr>
            <p:ph type="title"/>
          </p:nvPr>
        </p:nvSpPr>
        <p:spPr>
          <a:xfrm>
            <a:off x="850985" y="1238502"/>
            <a:ext cx="5893840" cy="2645912"/>
          </a:xfrm>
        </p:spPr>
        <p:txBody>
          <a:bodyPr anchor="b"/>
          <a:lstStyle>
            <a:lvl1pPr algn="l">
              <a:defRPr sz="4200" b="1" cap="none"/>
            </a:lvl1pPr>
          </a:lstStyle>
          <a:p>
            <a:r>
              <a:rPr lang="he-IL"/>
              <a:t>לחץ כדי לערוך סגנון כותרת של תבנית בסיס</a:t>
            </a:r>
            <a:endParaRPr lang="en-US" dirty="0"/>
          </a:p>
        </p:txBody>
      </p:sp>
      <p:sp>
        <p:nvSpPr>
          <p:cNvPr id="3" name="Text Placeholder 2"/>
          <p:cNvSpPr>
            <a:spLocks noGrp="1"/>
          </p:cNvSpPr>
          <p:nvPr>
            <p:ph type="body" idx="1"/>
          </p:nvPr>
        </p:nvSpPr>
        <p:spPr>
          <a:xfrm>
            <a:off x="853190" y="4443680"/>
            <a:ext cx="5891636" cy="713241"/>
          </a:xfrm>
        </p:spPr>
        <p:txBody>
          <a:bodyPr anchor="t">
            <a:no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he-IL"/>
              <a:t>לחץ כדי לערוך סגנונות טקסט של תבנית בסיס</a:t>
            </a:r>
          </a:p>
        </p:txBody>
      </p:sp>
      <p:sp>
        <p:nvSpPr>
          <p:cNvPr id="9" name="Text Placeholder 5"/>
          <p:cNvSpPr>
            <a:spLocks noGrp="1"/>
          </p:cNvSpPr>
          <p:nvPr>
            <p:ph type="body" sz="quarter" idx="16"/>
          </p:nvPr>
        </p:nvSpPr>
        <p:spPr>
          <a:xfrm>
            <a:off x="7574642" y="1081456"/>
            <a:ext cx="3810001" cy="4075465"/>
          </a:xfrm>
        </p:spPr>
        <p:txBody>
          <a:bodyPr anchor="t"/>
          <a:lstStyle>
            <a:lvl1pPr marL="0" indent="0">
              <a:buFontTx/>
              <a:buNone/>
              <a:defRPr/>
            </a:lvl1pPr>
          </a:lstStyle>
          <a:p>
            <a:pPr lvl="0"/>
            <a:r>
              <a:rPr lang="he-IL"/>
              <a:t>לחץ כדי לערוך סגנונות טקסט של תבנית בסיס</a:t>
            </a:r>
          </a:p>
        </p:txBody>
      </p:sp>
      <p:sp>
        <p:nvSpPr>
          <p:cNvPr id="4" name="Date Placeholder 3"/>
          <p:cNvSpPr>
            <a:spLocks noGrp="1"/>
          </p:cNvSpPr>
          <p:nvPr>
            <p:ph type="dt" sz="half" idx="10"/>
          </p:nvPr>
        </p:nvSpPr>
        <p:spPr/>
        <p:txBody>
          <a:bodyPr/>
          <a:lstStyle/>
          <a:p>
            <a:fld id="{5BCAD085-E8A6-8845-BD4E-CB4CCA059FC4}" type="datetimeFigureOut">
              <a:rPr lang="en-US" smtClean="0"/>
              <a:t>5/29/2026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1582887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כרטיס שם">
    <p:spTree>
      <p:nvGrpSpPr>
        <p:cNvPr id="1" name=""/>
        <p:cNvGrpSpPr/>
        <p:nvPr/>
      </p:nvGrpSpPr>
      <p:grpSpPr>
        <a:xfrm>
          <a:off x="0" y="0"/>
          <a:ext cx="0" cy="0"/>
          <a:chOff x="0" y="0"/>
          <a:chExt cx="0" cy="0"/>
        </a:xfrm>
      </p:grpSpPr>
      <p:sp>
        <p:nvSpPr>
          <p:cNvPr id="9" name="Freeform 6"/>
          <p:cNvSpPr>
            <a:spLocks noChangeAspect="1"/>
          </p:cNvSpPr>
          <p:nvPr/>
        </p:nvSpPr>
        <p:spPr bwMode="auto">
          <a:xfrm>
            <a:off x="1140884" y="2286585"/>
            <a:ext cx="4895115" cy="2503972"/>
          </a:xfrm>
          <a:custGeom>
            <a:avLst/>
            <a:gdLst/>
            <a:ahLst/>
            <a:cxnLst/>
            <a:rect l="0" t="0" r="r" b="b"/>
            <a:pathLst>
              <a:path w="3384" h="2308">
                <a:moveTo>
                  <a:pt x="3340" y="0"/>
                </a:moveTo>
                <a:lnTo>
                  <a:pt x="44" y="0"/>
                </a:lnTo>
                <a:lnTo>
                  <a:pt x="44" y="0"/>
                </a:lnTo>
                <a:lnTo>
                  <a:pt x="34" y="0"/>
                </a:lnTo>
                <a:lnTo>
                  <a:pt x="26" y="4"/>
                </a:lnTo>
                <a:lnTo>
                  <a:pt x="20" y="8"/>
                </a:lnTo>
                <a:lnTo>
                  <a:pt x="12" y="12"/>
                </a:lnTo>
                <a:lnTo>
                  <a:pt x="8" y="20"/>
                </a:lnTo>
                <a:lnTo>
                  <a:pt x="4" y="26"/>
                </a:lnTo>
                <a:lnTo>
                  <a:pt x="0" y="34"/>
                </a:lnTo>
                <a:lnTo>
                  <a:pt x="0" y="44"/>
                </a:lnTo>
                <a:lnTo>
                  <a:pt x="0" y="2076"/>
                </a:lnTo>
                <a:lnTo>
                  <a:pt x="0" y="2076"/>
                </a:lnTo>
                <a:lnTo>
                  <a:pt x="0" y="2086"/>
                </a:lnTo>
                <a:lnTo>
                  <a:pt x="4" y="2094"/>
                </a:lnTo>
                <a:lnTo>
                  <a:pt x="8" y="2100"/>
                </a:lnTo>
                <a:lnTo>
                  <a:pt x="12" y="2108"/>
                </a:lnTo>
                <a:lnTo>
                  <a:pt x="20" y="2112"/>
                </a:lnTo>
                <a:lnTo>
                  <a:pt x="26" y="2116"/>
                </a:lnTo>
                <a:lnTo>
                  <a:pt x="34" y="2120"/>
                </a:lnTo>
                <a:lnTo>
                  <a:pt x="44" y="2120"/>
                </a:lnTo>
                <a:lnTo>
                  <a:pt x="474" y="2120"/>
                </a:lnTo>
                <a:lnTo>
                  <a:pt x="650" y="2296"/>
                </a:lnTo>
                <a:lnTo>
                  <a:pt x="650" y="2296"/>
                </a:lnTo>
                <a:lnTo>
                  <a:pt x="656" y="2300"/>
                </a:lnTo>
                <a:lnTo>
                  <a:pt x="664" y="2304"/>
                </a:lnTo>
                <a:lnTo>
                  <a:pt x="672" y="2308"/>
                </a:lnTo>
                <a:lnTo>
                  <a:pt x="680" y="2308"/>
                </a:lnTo>
                <a:lnTo>
                  <a:pt x="688" y="2308"/>
                </a:lnTo>
                <a:lnTo>
                  <a:pt x="696" y="2304"/>
                </a:lnTo>
                <a:lnTo>
                  <a:pt x="704" y="2300"/>
                </a:lnTo>
                <a:lnTo>
                  <a:pt x="710" y="2296"/>
                </a:lnTo>
                <a:lnTo>
                  <a:pt x="886" y="2120"/>
                </a:lnTo>
                <a:lnTo>
                  <a:pt x="3340" y="2120"/>
                </a:lnTo>
                <a:lnTo>
                  <a:pt x="3340" y="2120"/>
                </a:lnTo>
                <a:lnTo>
                  <a:pt x="3350" y="2120"/>
                </a:lnTo>
                <a:lnTo>
                  <a:pt x="3358" y="2116"/>
                </a:lnTo>
                <a:lnTo>
                  <a:pt x="3364" y="2112"/>
                </a:lnTo>
                <a:lnTo>
                  <a:pt x="3372" y="2108"/>
                </a:lnTo>
                <a:lnTo>
                  <a:pt x="3376" y="2100"/>
                </a:lnTo>
                <a:lnTo>
                  <a:pt x="3380" y="2094"/>
                </a:lnTo>
                <a:lnTo>
                  <a:pt x="3384" y="2086"/>
                </a:lnTo>
                <a:lnTo>
                  <a:pt x="3384" y="2076"/>
                </a:lnTo>
                <a:lnTo>
                  <a:pt x="3384" y="44"/>
                </a:lnTo>
                <a:lnTo>
                  <a:pt x="3384" y="44"/>
                </a:lnTo>
                <a:lnTo>
                  <a:pt x="3384" y="34"/>
                </a:lnTo>
                <a:lnTo>
                  <a:pt x="3380" y="26"/>
                </a:lnTo>
                <a:lnTo>
                  <a:pt x="3376" y="20"/>
                </a:lnTo>
                <a:lnTo>
                  <a:pt x="3372" y="12"/>
                </a:lnTo>
                <a:lnTo>
                  <a:pt x="3364" y="8"/>
                </a:lnTo>
                <a:lnTo>
                  <a:pt x="3358" y="4"/>
                </a:lnTo>
                <a:lnTo>
                  <a:pt x="3350" y="0"/>
                </a:lnTo>
                <a:lnTo>
                  <a:pt x="3340" y="0"/>
                </a:lnTo>
                <a:lnTo>
                  <a:pt x="3340" y="0"/>
                </a:lnTo>
                <a:close/>
              </a:path>
            </a:pathLst>
          </a:custGeom>
          <a:ln>
            <a:solidFill>
              <a:schemeClr val="accent1"/>
            </a:solidFill>
          </a:ln>
        </p:spPr>
        <p:style>
          <a:lnRef idx="1">
            <a:schemeClr val="accent1"/>
          </a:lnRef>
          <a:fillRef idx="3">
            <a:schemeClr val="accent1"/>
          </a:fillRef>
          <a:effectRef idx="2">
            <a:schemeClr val="accent1"/>
          </a:effectRef>
          <a:fontRef idx="minor">
            <a:schemeClr val="lt1"/>
          </a:fontRef>
        </p:style>
        <p:txBody>
          <a:bodyPr/>
          <a:lstStyle/>
          <a:p>
            <a:endParaRPr lang="he-IL"/>
          </a:p>
        </p:txBody>
      </p:sp>
      <p:sp>
        <p:nvSpPr>
          <p:cNvPr id="38" name="Title 1"/>
          <p:cNvSpPr>
            <a:spLocks noGrp="1"/>
          </p:cNvSpPr>
          <p:nvPr>
            <p:ph type="title"/>
          </p:nvPr>
        </p:nvSpPr>
        <p:spPr>
          <a:xfrm>
            <a:off x="1357089" y="2435957"/>
            <a:ext cx="4382521" cy="2007789"/>
          </a:xfrm>
        </p:spPr>
        <p:txBody>
          <a:bodyPr/>
          <a:lstStyle>
            <a:lvl1pPr>
              <a:defRPr sz="3200"/>
            </a:lvl1pPr>
          </a:lstStyle>
          <a:p>
            <a:r>
              <a:rPr lang="he-IL"/>
              <a:t>לחץ כדי לערוך סגנון כותרת של תבנית בסיס</a:t>
            </a:r>
            <a:endParaRPr lang="en-US" dirty="0"/>
          </a:p>
        </p:txBody>
      </p:sp>
      <p:sp>
        <p:nvSpPr>
          <p:cNvPr id="6" name="Text Placeholder 5"/>
          <p:cNvSpPr>
            <a:spLocks noGrp="1"/>
          </p:cNvSpPr>
          <p:nvPr>
            <p:ph type="body" sz="quarter" idx="16"/>
          </p:nvPr>
        </p:nvSpPr>
        <p:spPr>
          <a:xfrm>
            <a:off x="6156000" y="2286000"/>
            <a:ext cx="4880300" cy="2295525"/>
          </a:xfrm>
        </p:spPr>
        <p:txBody>
          <a:bodyPr anchor="t"/>
          <a:lstStyle>
            <a:lvl1pPr marL="0" indent="0">
              <a:buFontTx/>
              <a:buNone/>
              <a:defRPr/>
            </a:lvl1pPr>
          </a:lstStyle>
          <a:p>
            <a:pPr lvl="0"/>
            <a:r>
              <a:rPr lang="he-IL"/>
              <a:t>לחץ כדי לערוך סגנונות טקסט של תבנית בסיס</a:t>
            </a:r>
          </a:p>
        </p:txBody>
      </p:sp>
      <p:sp>
        <p:nvSpPr>
          <p:cNvPr id="2" name="Date Placeholder 1"/>
          <p:cNvSpPr>
            <a:spLocks noGrp="1"/>
          </p:cNvSpPr>
          <p:nvPr>
            <p:ph type="dt" sz="half" idx="10"/>
          </p:nvPr>
        </p:nvSpPr>
        <p:spPr/>
        <p:txBody>
          <a:bodyPr/>
          <a:lstStyle/>
          <a:p>
            <a:fld id="{5BCAD085-E8A6-8845-BD4E-CB4CCA059FC4}" type="datetimeFigureOut">
              <a:rPr lang="en-US" smtClean="0"/>
              <a:t>5/29/2026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09368861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x" preserve="1">
  <p:cSld name="כותרת וטקסט אנכי">
    <p:spTree>
      <p:nvGrpSpPr>
        <p:cNvPr id="1" name=""/>
        <p:cNvGrpSpPr/>
        <p:nvPr/>
      </p:nvGrpSpPr>
      <p:grpSpPr>
        <a:xfrm>
          <a:off x="0" y="0"/>
          <a:ext cx="0" cy="0"/>
          <a:chOff x="0" y="0"/>
          <a:chExt cx="0" cy="0"/>
        </a:xfrm>
      </p:grpSpPr>
      <p:sp>
        <p:nvSpPr>
          <p:cNvPr id="7" name="Freeform 6"/>
          <p:cNvSpPr/>
          <p:nvPr/>
        </p:nvSpPr>
        <p:spPr bwMode="auto">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xtLst>
            <a:ext uri="{91240B29-F687-4f45-9708-019B960494DF}">
              <a14:hiddenLine xmlns:a14="http://schemas.microsoft.com/office/drawing/2010/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txBody>
          <a:bodyPr/>
          <a:lstStyle/>
          <a:p>
            <a:endParaRPr lang="he-IL"/>
          </a:p>
        </p:txBody>
      </p:sp>
      <p:sp>
        <p:nvSpPr>
          <p:cNvPr id="2" name="Title 1"/>
          <p:cNvSpPr>
            <a:spLocks noGrp="1"/>
          </p:cNvSpPr>
          <p:nvPr>
            <p:ph type="title"/>
          </p:nvPr>
        </p:nvSpPr>
        <p:spPr/>
        <p:txBody>
          <a:bodyPr/>
          <a:lstStyle/>
          <a:p>
            <a:r>
              <a:rPr lang="he-IL"/>
              <a:t>לחץ כדי לערוך סגנון כותרת של תבנית בסיס</a:t>
            </a:r>
            <a:endParaRPr lang="en-US" dirty="0"/>
          </a:p>
        </p:txBody>
      </p:sp>
      <p:sp>
        <p:nvSpPr>
          <p:cNvPr id="3" name="Vertical Text Placeholder 2"/>
          <p:cNvSpPr>
            <a:spLocks noGrp="1"/>
          </p:cNvSpPr>
          <p:nvPr>
            <p:ph type="body" orient="vert" idx="1"/>
          </p:nvPr>
        </p:nvSpPr>
        <p:spPr/>
        <p:txBody>
          <a:bodyPr vert="eaVert" anchor="t"/>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5/29/2026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403583074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vertTitleAndTx" preserve="1">
  <p:cSld name="כותרת אנכית וטקסט">
    <p:spTree>
      <p:nvGrpSpPr>
        <p:cNvPr id="1" name=""/>
        <p:cNvGrpSpPr/>
        <p:nvPr/>
      </p:nvGrpSpPr>
      <p:grpSpPr>
        <a:xfrm>
          <a:off x="0" y="0"/>
          <a:ext cx="0" cy="0"/>
          <a:chOff x="0" y="0"/>
          <a:chExt cx="0" cy="0"/>
        </a:xfrm>
      </p:grpSpPr>
      <p:sp>
        <p:nvSpPr>
          <p:cNvPr id="12" name="Freeform 6"/>
          <p:cNvSpPr>
            <a:spLocks noChangeAspect="1"/>
          </p:cNvSpPr>
          <p:nvPr/>
        </p:nvSpPr>
        <p:spPr bwMode="auto">
          <a:xfrm>
            <a:off x="7669651" y="446089"/>
            <a:ext cx="4522349" cy="5414962"/>
          </a:xfrm>
          <a:custGeom>
            <a:avLst/>
            <a:gdLst/>
            <a:ahLst/>
            <a:cxnLst/>
            <a:rect l="0" t="0" r="r" b="b"/>
            <a:pathLst>
              <a:path w="2879" h="4320">
                <a:moveTo>
                  <a:pt x="183" y="0"/>
                </a:moveTo>
                <a:lnTo>
                  <a:pt x="183" y="1197"/>
                </a:lnTo>
                <a:lnTo>
                  <a:pt x="8" y="1372"/>
                </a:lnTo>
                <a:lnTo>
                  <a:pt x="8" y="1372"/>
                </a:lnTo>
                <a:lnTo>
                  <a:pt x="6" y="1376"/>
                </a:lnTo>
                <a:lnTo>
                  <a:pt x="3" y="1382"/>
                </a:lnTo>
                <a:lnTo>
                  <a:pt x="0" y="1387"/>
                </a:lnTo>
                <a:lnTo>
                  <a:pt x="0" y="1393"/>
                </a:lnTo>
                <a:lnTo>
                  <a:pt x="0" y="1399"/>
                </a:lnTo>
                <a:lnTo>
                  <a:pt x="3" y="1404"/>
                </a:lnTo>
                <a:lnTo>
                  <a:pt x="6" y="1410"/>
                </a:lnTo>
                <a:lnTo>
                  <a:pt x="8" y="1414"/>
                </a:lnTo>
                <a:lnTo>
                  <a:pt x="183" y="1589"/>
                </a:lnTo>
                <a:lnTo>
                  <a:pt x="183" y="4320"/>
                </a:lnTo>
                <a:lnTo>
                  <a:pt x="2879" y="4320"/>
                </a:lnTo>
                <a:lnTo>
                  <a:pt x="2879" y="0"/>
                </a:lnTo>
                <a:lnTo>
                  <a:pt x="183" y="0"/>
                </a:lnTo>
                <a:close/>
              </a:path>
            </a:pathLst>
          </a:custGeom>
          <a:ln/>
          <a:extLst>
            <a:ext uri="{91240B29-F687-4f45-9708-019B960494DF}">
              <a14:hiddenLine xmlns:a14="http://schemas.microsoft.com/office/drawing/2010/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txBody>
          <a:bodyPr/>
          <a:lstStyle/>
          <a:p>
            <a:endParaRPr lang="he-IL"/>
          </a:p>
        </p:txBody>
      </p:sp>
      <p:sp>
        <p:nvSpPr>
          <p:cNvPr id="2" name="Vertical Title 1"/>
          <p:cNvSpPr>
            <a:spLocks noGrp="1"/>
          </p:cNvSpPr>
          <p:nvPr>
            <p:ph type="title" orient="vert"/>
          </p:nvPr>
        </p:nvSpPr>
        <p:spPr>
          <a:xfrm>
            <a:off x="8183540" y="586171"/>
            <a:ext cx="2494791" cy="5134798"/>
          </a:xfrm>
        </p:spPr>
        <p:txBody>
          <a:bodyPr vert="eaVert"/>
          <a:lstStyle/>
          <a:p>
            <a:r>
              <a:rPr lang="he-IL"/>
              <a:t>לחץ כדי לערוך סגנון כותרת של תבנית בסיס</a:t>
            </a:r>
            <a:endParaRPr lang="en-US" dirty="0"/>
          </a:p>
        </p:txBody>
      </p:sp>
      <p:sp>
        <p:nvSpPr>
          <p:cNvPr id="3" name="Vertical Text Placeholder 2"/>
          <p:cNvSpPr>
            <a:spLocks noGrp="1"/>
          </p:cNvSpPr>
          <p:nvPr>
            <p:ph type="body" orient="vert" idx="1"/>
          </p:nvPr>
        </p:nvSpPr>
        <p:spPr>
          <a:xfrm>
            <a:off x="810001" y="446089"/>
            <a:ext cx="6611540" cy="5414962"/>
          </a:xfrm>
        </p:spPr>
        <p:txBody>
          <a:bodyPr vert="eaVert" anchor="t"/>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5/29/2026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41188831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0000" y="447188"/>
            <a:ext cx="10571998" cy="970450"/>
          </a:xfrm>
          <a:prstGeom prst="rect">
            <a:avLst/>
          </a:prstGeom>
          <a:effectLst>
            <a:outerShdw blurRad="50800" dir="14400000">
              <a:srgbClr val="000000">
                <a:alpha val="60000"/>
              </a:srgbClr>
            </a:outerShdw>
          </a:effectLst>
        </p:spPr>
        <p:txBody>
          <a:bodyPr vert="horz" lIns="91440" tIns="45720" rIns="91440" bIns="45720" rtlCol="0" anchor="b">
            <a:noAutofit/>
          </a:bodyPr>
          <a:lstStyle/>
          <a:p>
            <a:r>
              <a:rPr lang="he-IL"/>
              <a:t>לחץ כדי לערוך סגנון כותרת של תבנית בסיס</a:t>
            </a:r>
            <a:endParaRPr lang="en-US" dirty="0"/>
          </a:p>
        </p:txBody>
      </p:sp>
      <p:sp>
        <p:nvSpPr>
          <p:cNvPr id="3" name="Text Placeholder 2"/>
          <p:cNvSpPr>
            <a:spLocks noGrp="1"/>
          </p:cNvSpPr>
          <p:nvPr>
            <p:ph type="body" idx="1"/>
          </p:nvPr>
        </p:nvSpPr>
        <p:spPr>
          <a:xfrm>
            <a:off x="810000" y="2184401"/>
            <a:ext cx="10563285" cy="3674397"/>
          </a:xfrm>
          <a:prstGeom prst="rect">
            <a:avLst/>
          </a:prstGeom>
          <a:effectLst>
            <a:outerShdw blurRad="50800" dir="14400000">
              <a:srgbClr val="000000">
                <a:alpha val="40000"/>
              </a:srgbClr>
            </a:outerShdw>
          </a:effectLst>
        </p:spPr>
        <p:txBody>
          <a:bodyPr vert="horz" lIns="91440" tIns="45720" rIns="91440" bIns="45720" rtlCol="0" anchor="ctr">
            <a:normAutofit/>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endParaRPr lang="en-US" dirty="0"/>
          </a:p>
        </p:txBody>
      </p:sp>
      <p:sp>
        <p:nvSpPr>
          <p:cNvPr id="5" name="Footer Placeholder 4"/>
          <p:cNvSpPr>
            <a:spLocks noGrp="1"/>
          </p:cNvSpPr>
          <p:nvPr>
            <p:ph type="ftr" sz="quarter" idx="3"/>
          </p:nvPr>
        </p:nvSpPr>
        <p:spPr>
          <a:xfrm>
            <a:off x="451514" y="6041362"/>
            <a:ext cx="8644320" cy="365125"/>
          </a:xfrm>
          <a:prstGeom prst="rect">
            <a:avLst/>
          </a:prstGeom>
        </p:spPr>
        <p:txBody>
          <a:bodyPr vert="horz" lIns="91440" tIns="45720" rIns="91440" bIns="45720" rtlCol="0" anchor="b"/>
          <a:lstStyle>
            <a:lvl1pPr algn="l">
              <a:defRPr sz="900">
                <a:solidFill>
                  <a:schemeClr val="tx1"/>
                </a:solidFill>
              </a:defRPr>
            </a:lvl1pPr>
          </a:lstStyle>
          <a:p>
            <a:endParaRPr lang="en-US"/>
          </a:p>
        </p:txBody>
      </p:sp>
      <p:sp>
        <p:nvSpPr>
          <p:cNvPr id="4" name="Date Placeholder 3"/>
          <p:cNvSpPr>
            <a:spLocks noGrp="1"/>
          </p:cNvSpPr>
          <p:nvPr>
            <p:ph type="dt" sz="half" idx="2"/>
          </p:nvPr>
        </p:nvSpPr>
        <p:spPr>
          <a:xfrm>
            <a:off x="9334626" y="6041362"/>
            <a:ext cx="1343706" cy="365125"/>
          </a:xfrm>
          <a:prstGeom prst="rect">
            <a:avLst/>
          </a:prstGeom>
        </p:spPr>
        <p:txBody>
          <a:bodyPr vert="horz" lIns="91440" tIns="45720" rIns="91440" bIns="45720" rtlCol="0" anchor="b"/>
          <a:lstStyle>
            <a:lvl1pPr algn="r">
              <a:defRPr sz="900">
                <a:solidFill>
                  <a:schemeClr val="tx1"/>
                </a:solidFill>
              </a:defRPr>
            </a:lvl1pPr>
          </a:lstStyle>
          <a:p>
            <a:fld id="{5BCAD085-E8A6-8845-BD4E-CB4CCA059FC4}" type="datetimeFigureOut">
              <a:rPr lang="en-US" smtClean="0"/>
              <a:t>5/29/2026</a:t>
            </a:fld>
            <a:endParaRPr lang="en-US"/>
          </a:p>
        </p:txBody>
      </p:sp>
      <p:sp>
        <p:nvSpPr>
          <p:cNvPr id="6" name="Slide Number Placeholder 5"/>
          <p:cNvSpPr>
            <a:spLocks noGrp="1"/>
          </p:cNvSpPr>
          <p:nvPr>
            <p:ph type="sldNum" sz="quarter" idx="4"/>
          </p:nvPr>
        </p:nvSpPr>
        <p:spPr>
          <a:xfrm>
            <a:off x="10678331" y="5915888"/>
            <a:ext cx="1062155" cy="490599"/>
          </a:xfrm>
          <a:prstGeom prst="rect">
            <a:avLst/>
          </a:prstGeom>
        </p:spPr>
        <p:txBody>
          <a:bodyPr vert="horz" lIns="91440" tIns="45720" rIns="91440" bIns="10800" rtlCol="0" anchor="b"/>
          <a:lstStyle>
            <a:lvl1pPr algn="r">
              <a:defRPr sz="2000">
                <a:solidFill>
                  <a:schemeClr val="accent1"/>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1351333469"/>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Lst>
  <p:txStyles>
    <p:titleStyle>
      <a:lvl1pPr algn="l" defTabSz="457200" rtl="1" eaLnBrk="1" latinLnBrk="0" hangingPunct="1">
        <a:spcBef>
          <a:spcPct val="0"/>
        </a:spcBef>
        <a:buNone/>
        <a:defRPr sz="4000" b="1" kern="1200">
          <a:solidFill>
            <a:srgbClr val="FEFEFE"/>
          </a:solidFill>
          <a:latin typeface="+mj-lt"/>
          <a:ea typeface="+mj-ea"/>
          <a:cs typeface="+mj-cs"/>
        </a:defRPr>
      </a:lvl1pPr>
      <a:lvl2pPr rtl="1" eaLnBrk="1" hangingPunct="1">
        <a:defRPr>
          <a:solidFill>
            <a:schemeClr val="tx2"/>
          </a:solidFill>
        </a:defRPr>
      </a:lvl2pPr>
      <a:lvl3pPr rtl="1" eaLnBrk="1" hangingPunct="1">
        <a:defRPr>
          <a:solidFill>
            <a:schemeClr val="tx2"/>
          </a:solidFill>
        </a:defRPr>
      </a:lvl3pPr>
      <a:lvl4pPr rtl="1" eaLnBrk="1" hangingPunct="1">
        <a:defRPr>
          <a:solidFill>
            <a:schemeClr val="tx2"/>
          </a:solidFill>
        </a:defRPr>
      </a:lvl4pPr>
      <a:lvl5pPr rtl="1" eaLnBrk="1" hangingPunct="1">
        <a:defRPr>
          <a:solidFill>
            <a:schemeClr val="tx2"/>
          </a:solidFill>
        </a:defRPr>
      </a:lvl5pPr>
      <a:lvl6pPr rtl="1" eaLnBrk="1" hangingPunct="1">
        <a:defRPr>
          <a:solidFill>
            <a:schemeClr val="tx2"/>
          </a:solidFill>
        </a:defRPr>
      </a:lvl6pPr>
      <a:lvl7pPr rtl="1" eaLnBrk="1" hangingPunct="1">
        <a:defRPr>
          <a:solidFill>
            <a:schemeClr val="tx2"/>
          </a:solidFill>
        </a:defRPr>
      </a:lvl7pPr>
      <a:lvl8pPr rtl="1" eaLnBrk="1" hangingPunct="1">
        <a:defRPr>
          <a:solidFill>
            <a:schemeClr val="tx2"/>
          </a:solidFill>
        </a:defRPr>
      </a:lvl8pPr>
      <a:lvl9pPr rtl="1" eaLnBrk="1" hangingPunct="1">
        <a:defRPr>
          <a:solidFill>
            <a:schemeClr val="tx2"/>
          </a:solidFill>
        </a:defRPr>
      </a:lvl9pPr>
    </p:titleStyle>
    <p:bodyStyle>
      <a:lvl1pPr marL="342900" indent="-342900" algn="r" defTabSz="457200" rtl="1" eaLnBrk="1" latinLnBrk="0" hangingPunct="1">
        <a:spcBef>
          <a:spcPct val="20000"/>
        </a:spcBef>
        <a:spcAft>
          <a:spcPts val="600"/>
        </a:spcAft>
        <a:buClr>
          <a:schemeClr val="accent1"/>
        </a:buClr>
        <a:buFont typeface="Wingdings 2" charset="2"/>
        <a:buChar char=""/>
        <a:defRPr sz="1800" kern="1200">
          <a:solidFill>
            <a:schemeClr val="tx1"/>
          </a:solidFill>
          <a:latin typeface="+mn-lt"/>
          <a:ea typeface="+mn-ea"/>
          <a:cs typeface="+mn-cs"/>
        </a:defRPr>
      </a:lvl1pPr>
      <a:lvl2pPr marL="742950" indent="-285750" algn="r" defTabSz="457200" rtl="1" eaLnBrk="1" latinLnBrk="0" hangingPunct="1">
        <a:spcBef>
          <a:spcPct val="20000"/>
        </a:spcBef>
        <a:spcAft>
          <a:spcPts val="600"/>
        </a:spcAft>
        <a:buClr>
          <a:schemeClr val="accent1"/>
        </a:buClr>
        <a:buFont typeface="Wingdings 2" charset="2"/>
        <a:buChar char=""/>
        <a:defRPr sz="1600" kern="1200">
          <a:solidFill>
            <a:schemeClr val="tx1"/>
          </a:solidFill>
          <a:latin typeface="+mn-lt"/>
          <a:ea typeface="+mn-ea"/>
          <a:cs typeface="+mn-cs"/>
        </a:defRPr>
      </a:lvl2pPr>
      <a:lvl3pPr marL="1143000" indent="-228600" algn="r" defTabSz="457200" rtl="1" eaLnBrk="1" latinLnBrk="0" hangingPunct="1">
        <a:spcBef>
          <a:spcPct val="20000"/>
        </a:spcBef>
        <a:spcAft>
          <a:spcPts val="600"/>
        </a:spcAft>
        <a:buClr>
          <a:schemeClr val="accent1"/>
        </a:buClr>
        <a:buFont typeface="Wingdings 2" charset="2"/>
        <a:buChar char=""/>
        <a:defRPr sz="1400" kern="1200">
          <a:solidFill>
            <a:schemeClr val="tx1"/>
          </a:solidFill>
          <a:latin typeface="+mn-lt"/>
          <a:ea typeface="+mn-ea"/>
          <a:cs typeface="+mn-cs"/>
        </a:defRPr>
      </a:lvl3pPr>
      <a:lvl4pPr marL="1600200" indent="-228600" algn="r" defTabSz="457200" rtl="1"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4pPr>
      <a:lvl5pPr marL="2057400" indent="-228600" algn="r" defTabSz="457200" rtl="1"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5pPr>
      <a:lvl6pPr marL="2400000" indent="-228600" algn="r" defTabSz="457200" rtl="1"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6pPr>
      <a:lvl7pPr marL="2800000" indent="-228600" algn="r" defTabSz="457200" rtl="1"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7pPr>
      <a:lvl8pPr marL="3200000" indent="-228600" algn="r" defTabSz="457200" rtl="1"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8pPr>
      <a:lvl9pPr marL="3600000" indent="-228600" algn="r" defTabSz="457200" rtl="1"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9pPr>
    </p:bodyStyle>
    <p:otherStyle>
      <a:defPPr>
        <a:defRPr lang="en-US"/>
      </a:defPPr>
      <a:lvl1pPr marL="0" algn="r" defTabSz="457200" rtl="1" eaLnBrk="1" latinLnBrk="0" hangingPunct="1">
        <a:defRPr sz="1800" kern="1200">
          <a:solidFill>
            <a:schemeClr val="tx1"/>
          </a:solidFill>
          <a:latin typeface="+mn-lt"/>
          <a:ea typeface="+mn-ea"/>
          <a:cs typeface="+mn-cs"/>
        </a:defRPr>
      </a:lvl1pPr>
      <a:lvl2pPr marL="457200" algn="r" defTabSz="457200" rtl="1" eaLnBrk="1" latinLnBrk="0" hangingPunct="1">
        <a:defRPr sz="1800" kern="1200">
          <a:solidFill>
            <a:schemeClr val="tx1"/>
          </a:solidFill>
          <a:latin typeface="+mn-lt"/>
          <a:ea typeface="+mn-ea"/>
          <a:cs typeface="+mn-cs"/>
        </a:defRPr>
      </a:lvl2pPr>
      <a:lvl3pPr marL="914400" algn="r" defTabSz="457200" rtl="1" eaLnBrk="1" latinLnBrk="0" hangingPunct="1">
        <a:defRPr sz="1800" kern="1200">
          <a:solidFill>
            <a:schemeClr val="tx1"/>
          </a:solidFill>
          <a:latin typeface="+mn-lt"/>
          <a:ea typeface="+mn-ea"/>
          <a:cs typeface="+mn-cs"/>
        </a:defRPr>
      </a:lvl3pPr>
      <a:lvl4pPr marL="1371600" algn="r" defTabSz="457200" rtl="1" eaLnBrk="1" latinLnBrk="0" hangingPunct="1">
        <a:defRPr sz="1800" kern="1200">
          <a:solidFill>
            <a:schemeClr val="tx1"/>
          </a:solidFill>
          <a:latin typeface="+mn-lt"/>
          <a:ea typeface="+mn-ea"/>
          <a:cs typeface="+mn-cs"/>
        </a:defRPr>
      </a:lvl4pPr>
      <a:lvl5pPr marL="1828800" algn="r" defTabSz="457200" rtl="1" eaLnBrk="1" latinLnBrk="0" hangingPunct="1">
        <a:defRPr sz="1800" kern="1200">
          <a:solidFill>
            <a:schemeClr val="tx1"/>
          </a:solidFill>
          <a:latin typeface="+mn-lt"/>
          <a:ea typeface="+mn-ea"/>
          <a:cs typeface="+mn-cs"/>
        </a:defRPr>
      </a:lvl5pPr>
      <a:lvl6pPr marL="2286000" algn="r" defTabSz="457200" rtl="1" eaLnBrk="1" latinLnBrk="0" hangingPunct="1">
        <a:defRPr sz="1800" kern="1200">
          <a:solidFill>
            <a:schemeClr val="tx1"/>
          </a:solidFill>
          <a:latin typeface="+mn-lt"/>
          <a:ea typeface="+mn-ea"/>
          <a:cs typeface="+mn-cs"/>
        </a:defRPr>
      </a:lvl6pPr>
      <a:lvl7pPr marL="2743200" algn="r" defTabSz="457200" rtl="1" eaLnBrk="1" latinLnBrk="0" hangingPunct="1">
        <a:defRPr sz="1800" kern="1200">
          <a:solidFill>
            <a:schemeClr val="tx1"/>
          </a:solidFill>
          <a:latin typeface="+mn-lt"/>
          <a:ea typeface="+mn-ea"/>
          <a:cs typeface="+mn-cs"/>
        </a:defRPr>
      </a:lvl7pPr>
      <a:lvl8pPr marL="3200400" algn="r" defTabSz="457200" rtl="1" eaLnBrk="1" latinLnBrk="0" hangingPunct="1">
        <a:defRPr sz="1800" kern="1200">
          <a:solidFill>
            <a:schemeClr val="tx1"/>
          </a:solidFill>
          <a:latin typeface="+mn-lt"/>
          <a:ea typeface="+mn-ea"/>
          <a:cs typeface="+mn-cs"/>
        </a:defRPr>
      </a:lvl8pPr>
      <a:lvl9pPr marL="3657600" algn="r" defTabSz="457200" rtl="1"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DAEFE1"/>
        </a:solid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DA9427C1-B280-7344-6889-B91F7078ACB2}"/>
              </a:ext>
            </a:extLst>
          </p:cNvPr>
          <p:cNvSpPr/>
          <p:nvPr/>
        </p:nvSpPr>
        <p:spPr>
          <a:xfrm>
            <a:off x="0" y="0"/>
            <a:ext cx="12192000" cy="228600"/>
          </a:xfrm>
          <a:prstGeom prst="rect">
            <a:avLst/>
          </a:prstGeom>
          <a:solidFill>
            <a:srgbClr val="1D7E4F"/>
          </a:solidFill>
          <a:ln w="15875" cap="rnd" cmpd="sng" algn="ctr">
            <a:noFill/>
            <a:prstDash val="solid"/>
          </a:ln>
          <a:effectLst/>
          <a:extLst>
            <a:ext uri="{91240B29-F687-4F45-9708-019B960494DF}">
              <a14:hiddenLine xmlns:a14="http://schemas.microsoft.com/office/drawing/2010/main" w="15875" cap="rnd"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ctrTitle"/>
          </p:nvPr>
        </p:nvSpPr>
        <p:spPr/>
        <p:txBody>
          <a:bodyPr/>
          <a:lstStyle/>
          <a:p>
            <a:pPr rtl="0"/>
            <a:r>
              <a:rPr lang="en-US" sz="4400">
                <a:solidFill>
                  <a:srgbClr val="0A5237"/>
                </a:solidFill>
                <a:latin typeface="Aptos" panose="020B0004020202020204" pitchFamily="34" charset="0"/>
              </a:rPr>
              <a:t>Watering Dashboard Project</a:t>
            </a:r>
            <a:endParaRPr sz="4400" dirty="0">
              <a:solidFill>
                <a:srgbClr val="0A5237"/>
              </a:solidFill>
              <a:latin typeface="Aptos" panose="020B0004020202020204" pitchFamily="34" charset="0"/>
            </a:endParaRPr>
          </a:p>
        </p:txBody>
      </p:sp>
      <p:sp>
        <p:nvSpPr>
          <p:cNvPr id="3" name="Subtitle 2"/>
          <p:cNvSpPr>
            <a:spLocks noGrp="1"/>
          </p:cNvSpPr>
          <p:nvPr>
            <p:ph type="subTitle" idx="1"/>
          </p:nvPr>
        </p:nvSpPr>
        <p:spPr>
          <a:xfrm>
            <a:off x="170904" y="5152103"/>
            <a:ext cx="10572000" cy="3411794"/>
          </a:xfrm>
        </p:spPr>
        <p:txBody>
          <a:bodyPr>
            <a:normAutofit/>
          </a:bodyPr>
          <a:lstStyle/>
          <a:p>
            <a:pPr rtl="0"/>
            <a:r>
              <a:rPr lang="en-US" b="1">
                <a:solidFill>
                  <a:srgbClr val="1E3027"/>
                </a:solidFill>
                <a:latin typeface="Aptos" panose="020B0004020202020204" pitchFamily="34" charset="0"/>
              </a:rPr>
              <a:t>Students’ names:</a:t>
            </a:r>
          </a:p>
          <a:p>
            <a:pPr rtl="0"/>
            <a:r>
              <a:rPr lang="en-US" b="1">
                <a:solidFill>
                  <a:srgbClr val="1E3027"/>
                </a:solidFill>
                <a:latin typeface="Aptos" panose="020B0004020202020204" pitchFamily="34" charset="0"/>
              </a:rPr>
              <a:t>Elad Hayek – 211873542</a:t>
            </a:r>
          </a:p>
          <a:p>
            <a:pPr rtl="0"/>
            <a:r>
              <a:rPr lang="en-US" b="1">
                <a:solidFill>
                  <a:srgbClr val="1E3027"/>
                </a:solidFill>
                <a:latin typeface="Aptos" panose="020B0004020202020204" pitchFamily="34" charset="0"/>
              </a:rPr>
              <a:t>Shirin Fakiri – 208154815</a:t>
            </a:r>
          </a:p>
          <a:p>
            <a:pPr rtl="0"/>
            <a:r>
              <a:rPr lang="en-US" b="1">
                <a:solidFill>
                  <a:srgbClr val="1E3027"/>
                </a:solidFill>
                <a:latin typeface="Aptos" panose="020B0004020202020204" pitchFamily="34" charset="0"/>
              </a:rPr>
              <a:t>Daniel Gunko – 340969674</a:t>
            </a:r>
          </a:p>
          <a:p>
            <a:pPr rtl="0"/>
            <a:r>
              <a:rPr lang="en-US" b="1">
                <a:solidFill>
                  <a:srgbClr val="1E3027"/>
                </a:solidFill>
                <a:latin typeface="Aptos" panose="020B0004020202020204" pitchFamily="34" charset="0"/>
              </a:rPr>
              <a:t>Gleb Tyutrin – 324726306</a:t>
            </a:r>
          </a:p>
          <a:p>
            <a:pPr rtl="0"/>
            <a:r>
              <a:rPr lang="en-US" b="1">
                <a:solidFill>
                  <a:srgbClr val="1E3027"/>
                </a:solidFill>
                <a:latin typeface="Aptos" panose="020B0004020202020204" pitchFamily="34" charset="0"/>
              </a:rPr>
              <a:t>Moderators' names: Eliel Yeshayahu, Netanel Zohar</a:t>
            </a:r>
            <a:endParaRPr lang="en-US" dirty="0">
              <a:solidFill>
                <a:srgbClr val="1E3027"/>
              </a:solidFill>
              <a:latin typeface="Aptos" panose="020B0004020202020204" pitchFamily="34"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DAEFE1"/>
        </a:solid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0E60E924-F947-BD19-0F44-33084877463A}"/>
              </a:ext>
            </a:extLst>
          </p:cNvPr>
          <p:cNvSpPr/>
          <p:nvPr/>
        </p:nvSpPr>
        <p:spPr>
          <a:xfrm>
            <a:off x="0" y="0"/>
            <a:ext cx="12192000" cy="228600"/>
          </a:xfrm>
          <a:prstGeom prst="rect">
            <a:avLst/>
          </a:prstGeom>
          <a:solidFill>
            <a:srgbClr val="1D7E4F"/>
          </a:solidFill>
          <a:ln w="15875" cap="rnd" cmpd="sng" algn="ctr">
            <a:noFill/>
            <a:prstDash val="solid"/>
          </a:ln>
          <a:effectLst/>
          <a:extLst>
            <a:ext uri="{91240B29-F687-4F45-9708-019B960494DF}">
              <a14:hiddenLine xmlns:a14="http://schemas.microsoft.com/office/drawing/2010/main" w="15875" cap="rnd"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8" name="Rectangle 7">
            <a:extLst>
              <a:ext uri="{FF2B5EF4-FFF2-40B4-BE49-F238E27FC236}">
                <a16:creationId xmlns:a16="http://schemas.microsoft.com/office/drawing/2014/main" id="{089A69AF-D57B-49B4-886C-D4A5DC19442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CABDC08D-6093-4397-92D4-54D00E2BB1C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rot="16200000">
            <a:off x="-650724" y="650724"/>
            <a:ext cx="6858000" cy="5556552"/>
          </a:xfrm>
          <a:custGeom>
            <a:avLst/>
            <a:gdLst>
              <a:gd name="connsiteX0" fmla="*/ 6858000 w 6858000"/>
              <a:gd name="connsiteY0" fmla="*/ 3445704 h 5556552"/>
              <a:gd name="connsiteX1" fmla="*/ 3829242 w 6858000"/>
              <a:gd name="connsiteY1" fmla="*/ 5433322 h 5556552"/>
              <a:gd name="connsiteX2" fmla="*/ 3827369 w 6858000"/>
              <a:gd name="connsiteY2" fmla="*/ 5434867 h 5556552"/>
              <a:gd name="connsiteX3" fmla="*/ 3824583 w 6858000"/>
              <a:gd name="connsiteY3" fmla="*/ 5436378 h 5556552"/>
              <a:gd name="connsiteX4" fmla="*/ 3798693 w 6858000"/>
              <a:gd name="connsiteY4" fmla="*/ 5453370 h 5556552"/>
              <a:gd name="connsiteX5" fmla="*/ 3785011 w 6858000"/>
              <a:gd name="connsiteY5" fmla="*/ 5457858 h 5556552"/>
              <a:gd name="connsiteX6" fmla="*/ 3706339 w 6858000"/>
              <a:gd name="connsiteY6" fmla="*/ 5500559 h 5556552"/>
              <a:gd name="connsiteX7" fmla="*/ 3428998 w 6858000"/>
              <a:gd name="connsiteY7" fmla="*/ 5556552 h 5556552"/>
              <a:gd name="connsiteX8" fmla="*/ 3151658 w 6858000"/>
              <a:gd name="connsiteY8" fmla="*/ 5500559 h 5556552"/>
              <a:gd name="connsiteX9" fmla="*/ 3072996 w 6858000"/>
              <a:gd name="connsiteY9" fmla="*/ 5457863 h 5556552"/>
              <a:gd name="connsiteX10" fmla="*/ 3059298 w 6858000"/>
              <a:gd name="connsiteY10" fmla="*/ 5453370 h 5556552"/>
              <a:gd name="connsiteX11" fmla="*/ 3033383 w 6858000"/>
              <a:gd name="connsiteY11" fmla="*/ 5436362 h 5556552"/>
              <a:gd name="connsiteX12" fmla="*/ 3030627 w 6858000"/>
              <a:gd name="connsiteY12" fmla="*/ 5434867 h 5556552"/>
              <a:gd name="connsiteX13" fmla="*/ 3028775 w 6858000"/>
              <a:gd name="connsiteY13" fmla="*/ 5433338 h 5556552"/>
              <a:gd name="connsiteX14" fmla="*/ 0 w 6858000"/>
              <a:gd name="connsiteY14" fmla="*/ 3445704 h 5556552"/>
              <a:gd name="connsiteX15" fmla="*/ 6858000 w 6858000"/>
              <a:gd name="connsiteY15" fmla="*/ 0 h 5556552"/>
              <a:gd name="connsiteX16" fmla="*/ 6858000 w 6858000"/>
              <a:gd name="connsiteY16" fmla="*/ 349336 h 5556552"/>
              <a:gd name="connsiteX17" fmla="*/ 6858000 w 6858000"/>
              <a:gd name="connsiteY17" fmla="*/ 3445703 h 5556552"/>
              <a:gd name="connsiteX18" fmla="*/ 0 w 6858000"/>
              <a:gd name="connsiteY18" fmla="*/ 3445703 h 5556552"/>
              <a:gd name="connsiteX19" fmla="*/ 0 w 6858000"/>
              <a:gd name="connsiteY19" fmla="*/ 0 h 55565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6858000" h="5556552">
                <a:moveTo>
                  <a:pt x="6858000" y="3445704"/>
                </a:moveTo>
                <a:lnTo>
                  <a:pt x="3829242" y="5433322"/>
                </a:lnTo>
                <a:lnTo>
                  <a:pt x="3827369" y="5434867"/>
                </a:lnTo>
                <a:lnTo>
                  <a:pt x="3824583" y="5436378"/>
                </a:lnTo>
                <a:lnTo>
                  <a:pt x="3798693" y="5453370"/>
                </a:lnTo>
                <a:lnTo>
                  <a:pt x="3785011" y="5457858"/>
                </a:lnTo>
                <a:lnTo>
                  <a:pt x="3706339" y="5500559"/>
                </a:lnTo>
                <a:cubicBezTo>
                  <a:pt x="3621096" y="5536614"/>
                  <a:pt x="3527375" y="5556552"/>
                  <a:pt x="3428998" y="5556552"/>
                </a:cubicBezTo>
                <a:cubicBezTo>
                  <a:pt x="3330621" y="5556552"/>
                  <a:pt x="3236901" y="5536614"/>
                  <a:pt x="3151658" y="5500559"/>
                </a:cubicBezTo>
                <a:lnTo>
                  <a:pt x="3072996" y="5457863"/>
                </a:lnTo>
                <a:lnTo>
                  <a:pt x="3059298" y="5453370"/>
                </a:lnTo>
                <a:lnTo>
                  <a:pt x="3033383" y="5436362"/>
                </a:lnTo>
                <a:lnTo>
                  <a:pt x="3030627" y="5434867"/>
                </a:lnTo>
                <a:lnTo>
                  <a:pt x="3028775" y="5433338"/>
                </a:lnTo>
                <a:lnTo>
                  <a:pt x="0" y="3445704"/>
                </a:lnTo>
                <a:close/>
                <a:moveTo>
                  <a:pt x="6858000" y="0"/>
                </a:moveTo>
                <a:lnTo>
                  <a:pt x="6858000" y="349336"/>
                </a:lnTo>
                <a:lnTo>
                  <a:pt x="6858000" y="3445703"/>
                </a:lnTo>
                <a:lnTo>
                  <a:pt x="0" y="3445703"/>
                </a:lnTo>
                <a:lnTo>
                  <a:pt x="0" y="0"/>
                </a:lnTo>
                <a:close/>
              </a:path>
            </a:pathLst>
          </a:custGeom>
          <a:ln>
            <a:noFill/>
          </a:ln>
          <a:effectLst/>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txBody>
          <a:bodyPr/>
          <a:lstStyle/>
          <a:p>
            <a:endParaRPr lang="he-IL"/>
          </a:p>
        </p:txBody>
      </p:sp>
      <p:sp>
        <p:nvSpPr>
          <p:cNvPr id="2" name="כותרת 1">
            <a:extLst>
              <a:ext uri="{FF2B5EF4-FFF2-40B4-BE49-F238E27FC236}">
                <a16:creationId xmlns:a16="http://schemas.microsoft.com/office/drawing/2014/main" id="{3FCB3F36-0499-AC0D-D7B1-4691C435C38B}"/>
              </a:ext>
            </a:extLst>
          </p:cNvPr>
          <p:cNvSpPr>
            <a:spLocks noGrp="1"/>
          </p:cNvSpPr>
          <p:nvPr>
            <p:ph type="title"/>
          </p:nvPr>
        </p:nvSpPr>
        <p:spPr>
          <a:xfrm>
            <a:off x="451515" y="1734857"/>
            <a:ext cx="3765483" cy="3388287"/>
          </a:xfrm>
        </p:spPr>
        <p:txBody>
          <a:bodyPr anchor="ctr">
            <a:normAutofit/>
          </a:bodyPr>
          <a:lstStyle/>
          <a:p>
            <a:r>
              <a:rPr lang="en-US" sz="3400">
                <a:solidFill>
                  <a:srgbClr val="0A5237"/>
                </a:solidFill>
                <a:latin typeface="Aptos" panose="020B0004020202020204" pitchFamily="34" charset="0"/>
              </a:rPr>
              <a:t>Table of Contents</a:t>
            </a:r>
            <a:endParaRPr lang="he-IL" sz="3400" dirty="0">
              <a:solidFill>
                <a:srgbClr val="0A5237"/>
              </a:solidFill>
              <a:latin typeface="Aptos" panose="020B0004020202020204" pitchFamily="34" charset="0"/>
            </a:endParaRPr>
          </a:p>
        </p:txBody>
      </p:sp>
      <p:sp>
        <p:nvSpPr>
          <p:cNvPr id="3" name="מציין מיקום תוכן 2">
            <a:extLst>
              <a:ext uri="{FF2B5EF4-FFF2-40B4-BE49-F238E27FC236}">
                <a16:creationId xmlns:a16="http://schemas.microsoft.com/office/drawing/2014/main" id="{5C0BFE56-E0BA-3527-80F3-4C6CF923EC21}"/>
              </a:ext>
            </a:extLst>
          </p:cNvPr>
          <p:cNvSpPr>
            <a:spLocks noGrp="1"/>
          </p:cNvSpPr>
          <p:nvPr>
            <p:ph idx="1"/>
          </p:nvPr>
        </p:nvSpPr>
        <p:spPr>
          <a:xfrm>
            <a:off x="5556552" y="1127732"/>
            <a:ext cx="6635448" cy="6630847"/>
          </a:xfrm>
          <a:effectLst/>
        </p:spPr>
        <p:txBody>
          <a:bodyPr>
            <a:normAutofit/>
          </a:bodyPr>
          <a:lstStyle/>
          <a:p>
            <a:pPr algn="l" rtl="0">
              <a:lnSpc>
                <a:spcPct val="90000"/>
              </a:lnSpc>
            </a:pPr>
            <a:r>
              <a:rPr lang="en-US">
                <a:solidFill>
                  <a:srgbClr val="1E3027"/>
                </a:solidFill>
                <a:latin typeface="Aptos" panose="020B0004020202020204" pitchFamily="34" charset="0"/>
              </a:rPr>
              <a:t>Goal…………………………………………………………………….3</a:t>
            </a:r>
          </a:p>
          <a:p>
            <a:pPr algn="l" rtl="0">
              <a:lnSpc>
                <a:spcPct val="90000"/>
              </a:lnSpc>
            </a:pPr>
            <a:r>
              <a:rPr lang="en-US">
                <a:solidFill>
                  <a:srgbClr val="1E3027"/>
                </a:solidFill>
                <a:latin typeface="Aptos" panose="020B0004020202020204" pitchFamily="34" charset="0"/>
              </a:rPr>
              <a:t>Existing Technologies and Market Solutions…………………….4</a:t>
            </a:r>
          </a:p>
          <a:p>
            <a:pPr algn="l" rtl="0">
              <a:lnSpc>
                <a:spcPct val="90000"/>
              </a:lnSpc>
            </a:pPr>
            <a:r>
              <a:rPr lang="en-US">
                <a:solidFill>
                  <a:srgbClr val="1E3027"/>
                </a:solidFill>
                <a:latin typeface="Aptos" panose="020B0004020202020204" pitchFamily="34" charset="0"/>
              </a:rPr>
              <a:t>Main Processes……………………………………………………..5-7</a:t>
            </a:r>
          </a:p>
          <a:p>
            <a:pPr algn="l" rtl="0">
              <a:lnSpc>
                <a:spcPct val="90000"/>
              </a:lnSpc>
            </a:pPr>
            <a:r>
              <a:rPr lang="en-US">
                <a:solidFill>
                  <a:srgbClr val="1E3027"/>
                </a:solidFill>
                <a:latin typeface="Aptos" panose="020B0004020202020204" pitchFamily="34" charset="0"/>
              </a:rPr>
              <a:t>Main Modules……………………………………………………..8-15</a:t>
            </a:r>
          </a:p>
          <a:p>
            <a:pPr algn="l" rtl="0">
              <a:lnSpc>
                <a:spcPct val="90000"/>
              </a:lnSpc>
            </a:pPr>
            <a:r>
              <a:rPr lang="en-US">
                <a:solidFill>
                  <a:srgbClr val="1E3027"/>
                </a:solidFill>
                <a:latin typeface="Aptos" panose="020B0004020202020204" pitchFamily="34" charset="0"/>
              </a:rPr>
              <a:t>Main products……………………………………………………16-20</a:t>
            </a:r>
          </a:p>
          <a:p>
            <a:pPr algn="l" rtl="0">
              <a:lnSpc>
                <a:spcPct val="90000"/>
              </a:lnSpc>
            </a:pPr>
            <a:r>
              <a:rPr lang="en-US">
                <a:solidFill>
                  <a:srgbClr val="1E3027"/>
                </a:solidFill>
                <a:latin typeface="Aptos" panose="020B0004020202020204" pitchFamily="34" charset="0"/>
              </a:rPr>
              <a:t>Requirements from the Specification Document…………….21</a:t>
            </a:r>
          </a:p>
          <a:p>
            <a:pPr algn="l" rtl="0">
              <a:lnSpc>
                <a:spcPct val="90000"/>
              </a:lnSpc>
            </a:pPr>
            <a:r>
              <a:rPr lang="en-US">
                <a:solidFill>
                  <a:srgbClr val="1E3027"/>
                </a:solidFill>
                <a:latin typeface="Aptos" panose="020B0004020202020204" pitchFamily="34" charset="0"/>
              </a:rPr>
              <a:t>Unexpected Problems……………………………………………..22</a:t>
            </a:r>
          </a:p>
          <a:p>
            <a:pPr algn="l" rtl="0">
              <a:lnSpc>
                <a:spcPct val="90000"/>
              </a:lnSpc>
            </a:pPr>
            <a:r>
              <a:rPr lang="en-US">
                <a:solidFill>
                  <a:srgbClr val="1E3027"/>
                </a:solidFill>
                <a:latin typeface="Aptos" panose="020B0004020202020204" pitchFamily="34" charset="0"/>
              </a:rPr>
              <a:t>Coping and Solving………………………………………………...23</a:t>
            </a:r>
          </a:p>
          <a:p>
            <a:pPr algn="l" rtl="0">
              <a:lnSpc>
                <a:spcPct val="90000"/>
              </a:lnSpc>
            </a:pPr>
            <a:r>
              <a:rPr lang="en-US">
                <a:solidFill>
                  <a:srgbClr val="1E3027"/>
                </a:solidFill>
                <a:latin typeface="Aptos" panose="020B0004020202020204" pitchFamily="34" charset="0"/>
              </a:rPr>
              <a:t>Conclusions for Further Development…………………………..24</a:t>
            </a:r>
            <a:endParaRPr lang="he-IL" dirty="0">
              <a:solidFill>
                <a:srgbClr val="1E3027"/>
              </a:solidFill>
              <a:latin typeface="Aptos" panose="020B0004020202020204" pitchFamily="34" charset="0"/>
            </a:endParaRPr>
          </a:p>
        </p:txBody>
      </p:sp>
    </p:spTree>
    <p:extLst>
      <p:ext uri="{BB962C8B-B14F-4D97-AF65-F5344CB8AC3E}">
        <p14:creationId xmlns:p14="http://schemas.microsoft.com/office/powerpoint/2010/main" val="1549371046"/>
      </p:ext>
    </p:extLst>
  </p:cSld>
  <p:clrMapOvr>
    <a:overrideClrMapping bg1="lt1" tx1="dk1" bg2="lt2" tx2="dk2" accent1="accent1" accent2="accent2" accent3="accent3" accent4="accent4" accent5="accent5" accent6="accent6" hlink="hlink" folHlink="folHlink"/>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DAEFE1"/>
        </a:solid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24CCC606-A10B-1994-282D-AD4AED75F477}"/>
              </a:ext>
            </a:extLst>
          </p:cNvPr>
          <p:cNvSpPr/>
          <p:nvPr/>
        </p:nvSpPr>
        <p:spPr>
          <a:xfrm>
            <a:off x="0" y="0"/>
            <a:ext cx="12192000" cy="228600"/>
          </a:xfrm>
          <a:prstGeom prst="rect">
            <a:avLst/>
          </a:prstGeom>
          <a:solidFill>
            <a:srgbClr val="1D7E4F"/>
          </a:solidFill>
          <a:ln w="15875" cap="rnd" cmpd="sng" algn="ctr">
            <a:noFill/>
            <a:prstDash val="solid"/>
          </a:ln>
          <a:effectLst/>
          <a:extLst>
            <a:ext uri="{91240B29-F687-4F45-9708-019B960494DF}">
              <a14:hiddenLine xmlns:a14="http://schemas.microsoft.com/office/drawing/2010/main" w="15875" cap="rnd"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p:txBody>
          <a:bodyPr/>
          <a:lstStyle/>
          <a:p>
            <a:r>
              <a:rPr lang="en-US" sz="3400">
                <a:solidFill>
                  <a:srgbClr val="0A5237"/>
                </a:solidFill>
                <a:latin typeface="Aptos" panose="020B0004020202020204" pitchFamily="34" charset="0"/>
              </a:rPr>
              <a:t>Goal</a:t>
            </a:r>
            <a:endParaRPr sz="3400">
              <a:solidFill>
                <a:srgbClr val="0A5237"/>
              </a:solidFill>
              <a:latin typeface="Aptos" panose="020B0004020202020204" pitchFamily="34" charset="0"/>
            </a:endParaRPr>
          </a:p>
        </p:txBody>
      </p:sp>
      <p:sp>
        <p:nvSpPr>
          <p:cNvPr id="3" name="Content Placeholder 2"/>
          <p:cNvSpPr>
            <a:spLocks noGrp="1"/>
          </p:cNvSpPr>
          <p:nvPr>
            <p:ph idx="1"/>
          </p:nvPr>
        </p:nvSpPr>
        <p:spPr/>
        <p:txBody>
          <a:bodyPr>
            <a:normAutofit/>
          </a:bodyPr>
          <a:lstStyle/>
          <a:p>
            <a:pPr marL="0" indent="0" algn="l" rtl="0">
              <a:buNone/>
            </a:pPr>
            <a:r>
              <a:rPr lang="en-US" sz="2000">
                <a:solidFill>
                  <a:srgbClr val="1E3027"/>
                </a:solidFill>
                <a:latin typeface="Aptos" panose="020B0004020202020204" pitchFamily="34" charset="0"/>
              </a:rPr>
              <a:t>Creating a WEB-based system that provides an efficient solution for managing and monitoring watering zones and plants. The system helps teams maintain up-to-date area boundaries, plant status, watering details, photos, permissions, and activity history.</a:t>
            </a:r>
            <a:endParaRPr sz="2000" dirty="0">
              <a:solidFill>
                <a:srgbClr val="1E3027"/>
              </a:solidFill>
              <a:latin typeface="Aptos" panose="020B0004020202020204" pitchFamily="34"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DAEFE1"/>
        </a:solid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8F61B03E-3CCD-089E-638F-74E1D8F382A8}"/>
              </a:ext>
            </a:extLst>
          </p:cNvPr>
          <p:cNvSpPr/>
          <p:nvPr/>
        </p:nvSpPr>
        <p:spPr>
          <a:xfrm>
            <a:off x="0" y="0"/>
            <a:ext cx="12192000" cy="228600"/>
          </a:xfrm>
          <a:prstGeom prst="rect">
            <a:avLst/>
          </a:prstGeom>
          <a:solidFill>
            <a:srgbClr val="1D7E4F"/>
          </a:solidFill>
          <a:ln w="15875" cap="rnd" cmpd="sng" algn="ctr">
            <a:noFill/>
            <a:prstDash val="solid"/>
          </a:ln>
          <a:effectLst/>
          <a:extLst>
            <a:ext uri="{91240B29-F687-4F45-9708-019B960494DF}">
              <a14:hiddenLine xmlns:a14="http://schemas.microsoft.com/office/drawing/2010/main" w="15875" cap="rnd"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כותרת 1">
            <a:extLst>
              <a:ext uri="{FF2B5EF4-FFF2-40B4-BE49-F238E27FC236}">
                <a16:creationId xmlns:a16="http://schemas.microsoft.com/office/drawing/2014/main" id="{DB7B912D-9A6D-A9BF-91AB-871D867ACCFD}"/>
              </a:ext>
            </a:extLst>
          </p:cNvPr>
          <p:cNvSpPr>
            <a:spLocks noGrp="1"/>
          </p:cNvSpPr>
          <p:nvPr>
            <p:ph type="title"/>
          </p:nvPr>
        </p:nvSpPr>
        <p:spPr>
          <a:xfrm>
            <a:off x="810000" y="447188"/>
            <a:ext cx="11113776" cy="970450"/>
          </a:xfrm>
        </p:spPr>
        <p:txBody>
          <a:bodyPr/>
          <a:lstStyle/>
          <a:p>
            <a:r>
              <a:rPr lang="en-US" sz="3400">
                <a:solidFill>
                  <a:srgbClr val="0A5237"/>
                </a:solidFill>
                <a:latin typeface="Aptos" panose="020B0004020202020204" pitchFamily="34" charset="0"/>
              </a:rPr>
              <a:t>Existing Technologies and Market Solutions</a:t>
            </a:r>
            <a:endParaRPr lang="he-IL" sz="3400" dirty="0">
              <a:solidFill>
                <a:srgbClr val="0A5237"/>
              </a:solidFill>
              <a:latin typeface="Aptos" panose="020B0004020202020204" pitchFamily="34" charset="0"/>
            </a:endParaRPr>
          </a:p>
        </p:txBody>
      </p:sp>
      <p:sp>
        <p:nvSpPr>
          <p:cNvPr id="3" name="מציין מיקום תוכן 2">
            <a:extLst>
              <a:ext uri="{FF2B5EF4-FFF2-40B4-BE49-F238E27FC236}">
                <a16:creationId xmlns:a16="http://schemas.microsoft.com/office/drawing/2014/main" id="{16882DCD-04A6-245A-2A66-4868702E4BC6}"/>
              </a:ext>
            </a:extLst>
          </p:cNvPr>
          <p:cNvSpPr>
            <a:spLocks noGrp="1"/>
          </p:cNvSpPr>
          <p:nvPr>
            <p:ph idx="1"/>
          </p:nvPr>
        </p:nvSpPr>
        <p:spPr>
          <a:xfrm>
            <a:off x="0" y="2158303"/>
            <a:ext cx="11923776" cy="4843496"/>
          </a:xfrm>
        </p:spPr>
        <p:txBody>
          <a:bodyPr>
            <a:noAutofit/>
          </a:bodyPr>
          <a:lstStyle/>
          <a:p>
            <a:pPr marL="0" indent="0" algn="l" rtl="0">
              <a:buNone/>
            </a:pPr>
            <a:r>
              <a:rPr lang="en-US" b="1" u="sng">
                <a:solidFill>
                  <a:srgbClr val="1E3027"/>
                </a:solidFill>
                <a:latin typeface="Aptos" panose="020B0004020202020204" pitchFamily="34" charset="0"/>
              </a:rPr>
              <a:t>International Solutions</a:t>
            </a:r>
          </a:p>
          <a:p>
            <a:pPr algn="l" rtl="0">
              <a:buFont typeface="+mj-lt"/>
              <a:buAutoNum type="arabicPeriod"/>
            </a:pPr>
            <a:r>
              <a:rPr lang="en-US" b="1" u="sng">
                <a:solidFill>
                  <a:srgbClr val="1E3027"/>
                </a:solidFill>
                <a:latin typeface="Aptos" panose="020B0004020202020204" pitchFamily="34" charset="0"/>
              </a:rPr>
              <a:t>Netafim Digital Farming – smart irrigation monitoring and control for agricultural sites.</a:t>
            </a:r>
          </a:p>
          <a:p>
            <a:pPr algn="l" rtl="0">
              <a:buFont typeface="+mj-lt"/>
              <a:buAutoNum type="arabicPeriod"/>
            </a:pPr>
            <a:r>
              <a:rPr lang="en-US" b="1" u="sng">
                <a:solidFill>
                  <a:srgbClr val="1E3027"/>
                </a:solidFill>
                <a:latin typeface="Aptos" panose="020B0004020202020204" pitchFamily="34" charset="0"/>
              </a:rPr>
              <a:t>HydroPoint WeatherTRAK – weather-based irrigation management for landscapes and municipalities.</a:t>
            </a:r>
          </a:p>
          <a:p>
            <a:pPr algn="l" rtl="0">
              <a:buFont typeface="+mj-lt"/>
              <a:buAutoNum type="arabicPeriod"/>
            </a:pPr>
            <a:r>
              <a:rPr lang="en-US" b="1" u="sng">
                <a:solidFill>
                  <a:srgbClr val="1E3027"/>
                </a:solidFill>
                <a:latin typeface="Aptos" panose="020B0004020202020204" pitchFamily="34" charset="0"/>
              </a:rPr>
              <a:t>ThingsBoard Smart Farming – IoT dashboard for sensors, telemetry, and field monitoring.</a:t>
            </a:r>
          </a:p>
          <a:p>
            <a:pPr algn="l" rtl="0">
              <a:buFont typeface="+mj-lt"/>
              <a:buAutoNum type="arabicPeriod"/>
            </a:pPr>
            <a:r>
              <a:rPr lang="en-US" b="1" u="sng">
                <a:solidFill>
                  <a:srgbClr val="1E3027"/>
                </a:solidFill>
                <a:latin typeface="Aptos" panose="020B0004020202020204" pitchFamily="34" charset="0"/>
              </a:rPr>
              <a:t>Open-source GIS / Leaflet – web mapping technology for drawing areas and viewing field assets.</a:t>
            </a:r>
          </a:p>
          <a:p>
            <a:pPr marL="0" indent="0" algn="l" rtl="0">
              <a:buNone/>
            </a:pPr>
            <a:r>
              <a:rPr lang="en-US" b="1" u="sng">
                <a:solidFill>
                  <a:srgbClr val="1E3027"/>
                </a:solidFill>
                <a:latin typeface="Aptos" panose="020B0004020202020204" pitchFamily="34" charset="0"/>
              </a:rPr>
              <a:t>Israeli Solutions:</a:t>
            </a:r>
          </a:p>
          <a:p>
            <a:pPr algn="l" rtl="0">
              <a:buFont typeface="+mj-lt"/>
              <a:buAutoNum type="arabicPeriod"/>
            </a:pPr>
            <a:r>
              <a:rPr lang="en-US" b="1" u="sng">
                <a:solidFill>
                  <a:srgbClr val="1E3027"/>
                </a:solidFill>
                <a:latin typeface="Aptos" panose="020B0004020202020204" pitchFamily="34" charset="0"/>
              </a:rPr>
              <a:t>Netafim – Israeli drip-irrigation and precision agriculture technology.</a:t>
            </a:r>
          </a:p>
          <a:p>
            <a:pPr algn="l" rtl="0">
              <a:buFont typeface="+mj-lt"/>
              <a:buAutoNum type="arabicPeriod"/>
            </a:pPr>
            <a:r>
              <a:rPr lang="en-US" b="1" u="sng">
                <a:solidFill>
                  <a:srgbClr val="1E3027"/>
                </a:solidFill>
                <a:latin typeface="Aptos" panose="020B0004020202020204" pitchFamily="34" charset="0"/>
              </a:rPr>
              <a:t>SupPlant – Israeli sensor-based irrigation recommendations for crops and orchards.</a:t>
            </a:r>
          </a:p>
          <a:p>
            <a:pPr algn="l" rtl="0">
              <a:buFont typeface="+mj-lt"/>
              <a:buAutoNum type="arabicPeriod"/>
            </a:pPr>
            <a:r>
              <a:rPr lang="en-US" b="1" u="sng">
                <a:solidFill>
                  <a:srgbClr val="1E3027"/>
                </a:solidFill>
                <a:latin typeface="Aptos" panose="020B0004020202020204" pitchFamily="34" charset="0"/>
              </a:rPr>
              <a:t>CropX – Israeli soil intelligence platform for irrigation and agronomic decisions.</a:t>
            </a:r>
            <a:endParaRPr lang="he-IL" dirty="0">
              <a:solidFill>
                <a:srgbClr val="1E3027"/>
              </a:solidFill>
              <a:latin typeface="Aptos" panose="020B0004020202020204" pitchFamily="34" charset="0"/>
            </a:endParaRPr>
          </a:p>
        </p:txBody>
      </p:sp>
    </p:spTree>
    <p:extLst>
      <p:ext uri="{BB962C8B-B14F-4D97-AF65-F5344CB8AC3E}">
        <p14:creationId xmlns:p14="http://schemas.microsoft.com/office/powerpoint/2010/main" val="301363609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DAEFE1"/>
        </a:solid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54FEAD11-7536-FFF0-ABF8-61E9D0AB38AF}"/>
              </a:ext>
            </a:extLst>
          </p:cNvPr>
          <p:cNvSpPr/>
          <p:nvPr/>
        </p:nvSpPr>
        <p:spPr>
          <a:xfrm>
            <a:off x="0" y="0"/>
            <a:ext cx="12192000" cy="228600"/>
          </a:xfrm>
          <a:prstGeom prst="rect">
            <a:avLst/>
          </a:prstGeom>
          <a:solidFill>
            <a:srgbClr val="1D7E4F"/>
          </a:solidFill>
          <a:ln w="15875" cap="rnd" cmpd="sng" algn="ctr">
            <a:noFill/>
            <a:prstDash val="solid"/>
          </a:ln>
          <a:effectLst/>
          <a:extLst>
            <a:ext uri="{91240B29-F687-4F45-9708-019B960494DF}">
              <a14:hiddenLine xmlns:a14="http://schemas.microsoft.com/office/drawing/2010/main" w="15875" cap="rnd"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p:txBody>
          <a:bodyPr/>
          <a:lstStyle/>
          <a:p>
            <a:r>
              <a:rPr lang="en-US" sz="3400">
                <a:solidFill>
                  <a:srgbClr val="0A5237"/>
                </a:solidFill>
                <a:latin typeface="Aptos" panose="020B0004020202020204" pitchFamily="34" charset="0"/>
              </a:rPr>
              <a:t>Main Processes</a:t>
            </a:r>
            <a:endParaRPr sz="3400" dirty="0">
              <a:solidFill>
                <a:srgbClr val="0A5237"/>
              </a:solidFill>
              <a:latin typeface="Aptos" panose="020B0004020202020204" pitchFamily="34" charset="0"/>
            </a:endParaRPr>
          </a:p>
        </p:txBody>
      </p:sp>
      <p:sp>
        <p:nvSpPr>
          <p:cNvPr id="3" name="Content Placeholder 2"/>
          <p:cNvSpPr>
            <a:spLocks noGrp="1"/>
          </p:cNvSpPr>
          <p:nvPr>
            <p:ph idx="1"/>
          </p:nvPr>
        </p:nvSpPr>
        <p:spPr>
          <a:xfrm>
            <a:off x="181727" y="1960982"/>
            <a:ext cx="10339234" cy="4897018"/>
          </a:xfrm>
        </p:spPr>
        <p:txBody>
          <a:bodyPr>
            <a:noAutofit/>
          </a:bodyPr>
          <a:lstStyle/>
          <a:p>
            <a:pPr marL="0" indent="0" algn="l" rtl="0">
              <a:buNone/>
            </a:pPr>
            <a:r>
              <a:rPr lang="en-US" sz="2000" b="1">
                <a:solidFill>
                  <a:srgbClr val="1E3027"/>
                </a:solidFill>
                <a:latin typeface="Aptos" panose="020B0004020202020204" pitchFamily="34" charset="0"/>
              </a:rPr>
              <a:t>Task Management</a:t>
            </a:r>
          </a:p>
          <a:p>
            <a:pPr marL="457200" indent="-457200" algn="l" rtl="0">
              <a:buFont typeface="+mj-lt"/>
              <a:buAutoNum type="arabicPeriod"/>
            </a:pPr>
            <a:r>
              <a:rPr lang="en-US" sz="2000" b="1">
                <a:solidFill>
                  <a:srgbClr val="1E3027"/>
                </a:solidFill>
                <a:latin typeface="Aptos" panose="020B0004020202020204" pitchFamily="34" charset="0"/>
              </a:rPr>
              <a:t>System users register, log in, and manage watering areas directly from the interactive map.</a:t>
            </a:r>
          </a:p>
          <a:p>
            <a:pPr marL="457200" indent="-457200" algn="l" rtl="0">
              <a:buFont typeface="+mj-lt"/>
              <a:buAutoNum type="arabicPeriod"/>
            </a:pPr>
            <a:r>
              <a:rPr lang="en-US" sz="2000" b="1">
                <a:solidFill>
                  <a:srgbClr val="1E3027"/>
                </a:solidFill>
                <a:latin typeface="Aptos" panose="020B0004020202020204" pitchFamily="34" charset="0"/>
              </a:rPr>
              <a:t>Users can define new areas as rectangles or polygons, add plants inside those areas, and upload reference photos.</a:t>
            </a:r>
          </a:p>
          <a:p>
            <a:pPr marL="0" indent="0" algn="l" rtl="0">
              <a:buNone/>
            </a:pPr>
            <a:r>
              <a:rPr lang="en-US" sz="2000" b="1">
                <a:solidFill>
                  <a:srgbClr val="1E3027"/>
                </a:solidFill>
                <a:latin typeface="Aptos" panose="020B0004020202020204" pitchFamily="34" charset="0"/>
              </a:rPr>
              <a:t>Task Execution</a:t>
            </a:r>
          </a:p>
          <a:p>
            <a:pPr marL="457200" indent="-457200" algn="l" rtl="0">
              <a:buFont typeface="+mj-lt"/>
              <a:buAutoNum type="arabicPeriod"/>
            </a:pPr>
            <a:r>
              <a:rPr lang="en-US" sz="2000" b="1">
                <a:solidFill>
                  <a:srgbClr val="1E3027"/>
                </a:solidFill>
                <a:latin typeface="Aptos" panose="020B0004020202020204" pitchFamily="34" charset="0"/>
              </a:rPr>
              <a:t>When adding or editing plants, the system checks that the plant location is inside a valid area.</a:t>
            </a:r>
          </a:p>
          <a:p>
            <a:pPr marL="457200" indent="-457200" algn="l" rtl="0">
              <a:buFont typeface="+mj-lt"/>
              <a:buAutoNum type="arabicPeriod"/>
            </a:pPr>
            <a:r>
              <a:rPr lang="en-US" sz="2000" b="1">
                <a:solidFill>
                  <a:srgbClr val="1E3027"/>
                </a:solidFill>
                <a:latin typeface="Aptos" panose="020B0004020202020204" pitchFamily="34" charset="0"/>
              </a:rPr>
              <a:t>Data is validated before saving, including coordinates, watering frequency, volume, and plant status.</a:t>
            </a:r>
          </a:p>
          <a:p>
            <a:pPr marL="457200" indent="-457200" algn="l" rtl="0">
              <a:buFont typeface="+mj-lt"/>
              <a:buAutoNum type="arabicPeriod"/>
            </a:pPr>
            <a:r>
              <a:rPr lang="en-US" sz="2000" b="1">
                <a:solidFill>
                  <a:srgbClr val="1E3027"/>
                </a:solidFill>
                <a:latin typeface="Aptos" panose="020B0004020202020204" pitchFamily="34" charset="0"/>
              </a:rPr>
              <a:t>Each database action triggers an audit entry that records who made the change.</a:t>
            </a:r>
          </a:p>
          <a:p>
            <a:pPr marL="0" indent="0" algn="l" rtl="0">
              <a:buNone/>
            </a:pPr>
            <a:r>
              <a:rPr lang="en-US" sz="2000" b="1">
                <a:solidFill>
                  <a:srgbClr val="1E3027"/>
                </a:solidFill>
                <a:latin typeface="Aptos" panose="020B0004020202020204" pitchFamily="34" charset="0"/>
              </a:rPr>
              <a:t>Mission Completion</a:t>
            </a:r>
          </a:p>
          <a:p>
            <a:pPr marL="457200" indent="-457200" algn="l" rtl="0">
              <a:buFont typeface="+mj-lt"/>
              <a:buAutoNum type="arabicPeriod"/>
            </a:pPr>
            <a:r>
              <a:rPr lang="en-US" sz="2000" b="1">
                <a:solidFill>
                  <a:srgbClr val="1E3027"/>
                </a:solidFill>
                <a:latin typeface="Aptos" panose="020B0004020202020204" pitchFamily="34" charset="0"/>
              </a:rPr>
              <a:t>After creation or update, the dashboard refreshes the map and database data.</a:t>
            </a:r>
          </a:p>
          <a:p>
            <a:pPr marL="457200" indent="-457200" algn="l" rtl="0">
              <a:buFont typeface="+mj-lt"/>
              <a:buAutoNum type="arabicPeriod"/>
            </a:pPr>
            <a:r>
              <a:rPr lang="en-US" sz="2000" b="1">
                <a:solidFill>
                  <a:srgbClr val="1E3027"/>
                </a:solidFill>
                <a:latin typeface="Aptos" panose="020B0004020202020204" pitchFamily="34" charset="0"/>
              </a:rPr>
              <a:t>The audit log keeps all create, update, delete, and login actions visible through the activity pages.</a:t>
            </a:r>
            <a:endParaRPr lang="en-US" sz="2000" dirty="0">
              <a:solidFill>
                <a:srgbClr val="1E3027"/>
              </a:solidFill>
              <a:latin typeface="Aptos" panose="020B0004020202020204" pitchFamily="34"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DAEFE1"/>
        </a:solidFill>
        <a:effectLst/>
      </p:bgPr>
    </p:bg>
    <p:spTree>
      <p:nvGrpSpPr>
        <p:cNvPr id="1" name="">
          <a:extLst>
            <a:ext uri="{FF2B5EF4-FFF2-40B4-BE49-F238E27FC236}">
              <a16:creationId xmlns:a16="http://schemas.microsoft.com/office/drawing/2014/main" id="{E8F354C7-DDA7-0520-5B8E-56033EFD16CA}"/>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E65FC7B3-AFD0-5896-BF04-55AC55B9E352}"/>
              </a:ext>
            </a:extLst>
          </p:cNvPr>
          <p:cNvSpPr/>
          <p:nvPr/>
        </p:nvSpPr>
        <p:spPr>
          <a:xfrm>
            <a:off x="0" y="0"/>
            <a:ext cx="12192000" cy="228600"/>
          </a:xfrm>
          <a:prstGeom prst="rect">
            <a:avLst/>
          </a:prstGeom>
          <a:solidFill>
            <a:srgbClr val="1D7E4F"/>
          </a:solidFill>
          <a:ln w="15875" cap="rnd" cmpd="sng" algn="ctr">
            <a:noFill/>
            <a:prstDash val="solid"/>
          </a:ln>
          <a:effectLst/>
          <a:extLst>
            <a:ext uri="{91240B29-F687-4F45-9708-019B960494DF}">
              <a14:hiddenLine xmlns:a14="http://schemas.microsoft.com/office/drawing/2010/main" w="15875" cap="rnd"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כותרת 1">
            <a:extLst>
              <a:ext uri="{FF2B5EF4-FFF2-40B4-BE49-F238E27FC236}">
                <a16:creationId xmlns:a16="http://schemas.microsoft.com/office/drawing/2014/main" id="{BCF1800F-C086-5BAB-8A45-B6EEBD835F51}"/>
              </a:ext>
            </a:extLst>
          </p:cNvPr>
          <p:cNvSpPr>
            <a:spLocks noGrp="1"/>
          </p:cNvSpPr>
          <p:nvPr>
            <p:ph type="title"/>
          </p:nvPr>
        </p:nvSpPr>
        <p:spPr/>
        <p:txBody>
          <a:bodyPr/>
          <a:lstStyle/>
          <a:p>
            <a:r>
              <a:rPr lang="en-US" sz="3400">
                <a:solidFill>
                  <a:srgbClr val="0A5237"/>
                </a:solidFill>
                <a:latin typeface="Aptos" panose="020B0004020202020204" pitchFamily="34" charset="0"/>
              </a:rPr>
              <a:t>Main Processes</a:t>
            </a:r>
            <a:endParaRPr lang="he-IL" sz="3400" dirty="0">
              <a:solidFill>
                <a:srgbClr val="0A5237"/>
              </a:solidFill>
              <a:latin typeface="Aptos" panose="020B0004020202020204" pitchFamily="34" charset="0"/>
            </a:endParaRPr>
          </a:p>
        </p:txBody>
      </p:sp>
      <p:sp>
        <p:nvSpPr>
          <p:cNvPr id="3" name="מציין מיקום תוכן 2">
            <a:extLst>
              <a:ext uri="{FF2B5EF4-FFF2-40B4-BE49-F238E27FC236}">
                <a16:creationId xmlns:a16="http://schemas.microsoft.com/office/drawing/2014/main" id="{432265ED-53EF-79E9-030D-8B5D16BE5D54}"/>
              </a:ext>
            </a:extLst>
          </p:cNvPr>
          <p:cNvSpPr>
            <a:spLocks noGrp="1"/>
          </p:cNvSpPr>
          <p:nvPr>
            <p:ph idx="1"/>
          </p:nvPr>
        </p:nvSpPr>
        <p:spPr>
          <a:xfrm>
            <a:off x="392760" y="1719072"/>
            <a:ext cx="10989238" cy="5612205"/>
          </a:xfrm>
        </p:spPr>
        <p:txBody>
          <a:bodyPr>
            <a:noAutofit/>
          </a:bodyPr>
          <a:lstStyle/>
          <a:p>
            <a:pPr marL="0" indent="0" algn="l" rtl="0">
              <a:buNone/>
            </a:pPr>
            <a:r>
              <a:rPr lang="en-US" sz="2000" b="1">
                <a:solidFill>
                  <a:srgbClr val="1E3027"/>
                </a:solidFill>
                <a:latin typeface="Aptos" panose="020B0004020202020204" pitchFamily="34" charset="0"/>
              </a:rPr>
              <a:t>1. User Process</a:t>
            </a:r>
          </a:p>
          <a:p>
            <a:pPr marL="457200" indent="-457200" algn="l" rtl="0">
              <a:buFont typeface="+mj-lt"/>
              <a:buAutoNum type="arabicPeriod"/>
            </a:pPr>
            <a:r>
              <a:rPr lang="en-US" sz="2000" b="1">
                <a:solidFill>
                  <a:srgbClr val="1E3027"/>
                </a:solidFill>
                <a:latin typeface="Aptos" panose="020B0004020202020204" pitchFamily="34" charset="0"/>
              </a:rPr>
              <a:t>Users register with a verified 9-digit ID and log in securely.</a:t>
            </a:r>
          </a:p>
          <a:p>
            <a:pPr marL="0" indent="0" algn="l" rtl="0">
              <a:buNone/>
            </a:pPr>
            <a:r>
              <a:rPr lang="en-US" sz="2000" b="1">
                <a:solidFill>
                  <a:srgbClr val="1E3027"/>
                </a:solidFill>
                <a:latin typeface="Aptos" panose="020B0004020202020204" pitchFamily="34" charset="0"/>
              </a:rPr>
              <a:t>The system validates credentials, stores the user session, and logs important activity.</a:t>
            </a:r>
          </a:p>
          <a:p>
            <a:pPr marL="457200" indent="-457200" algn="l" rtl="0">
              <a:buFont typeface="+mj-lt"/>
              <a:buAutoNum type="arabicPeriod"/>
            </a:pPr>
            <a:r>
              <a:rPr lang="en-US" sz="2000" b="1">
                <a:solidFill>
                  <a:srgbClr val="1E3027"/>
                </a:solidFill>
                <a:latin typeface="Aptos" panose="020B0004020202020204" pitchFamily="34" charset="0"/>
              </a:rPr>
              <a:t>Role-based access controls determine what the user can view or edit.</a:t>
            </a:r>
          </a:p>
          <a:p>
            <a:pPr marL="0" indent="0" algn="l" rtl="0">
              <a:buNone/>
            </a:pPr>
            <a:r>
              <a:rPr lang="en-US" sz="2000" b="1">
                <a:solidFill>
                  <a:srgbClr val="1E3027"/>
                </a:solidFill>
                <a:latin typeface="Aptos" panose="020B0004020202020204" pitchFamily="34" charset="0"/>
              </a:rPr>
              <a:t>2. Area Management Process</a:t>
            </a:r>
          </a:p>
          <a:p>
            <a:pPr marL="457200" indent="-457200" algn="l" rtl="0">
              <a:buFont typeface="+mj-lt"/>
              <a:buAutoNum type="arabicPeriod"/>
            </a:pPr>
            <a:r>
              <a:rPr lang="en-US" sz="2000" b="1">
                <a:solidFill>
                  <a:srgbClr val="1E3027"/>
                </a:solidFill>
                <a:latin typeface="Aptos" panose="020B0004020202020204" pitchFamily="34" charset="0"/>
              </a:rPr>
              <a:t>Users draw watering areas on the map using rectangle or polygon boundaries.</a:t>
            </a:r>
          </a:p>
          <a:p>
            <a:pPr marL="0" indent="0" algn="l" rtl="0">
              <a:buNone/>
            </a:pPr>
            <a:r>
              <a:rPr lang="en-US" sz="2000" b="1">
                <a:solidFill>
                  <a:srgbClr val="1E3027"/>
                </a:solidFill>
                <a:latin typeface="Aptos" panose="020B0004020202020204" pitchFamily="34" charset="0"/>
              </a:rPr>
              <a:t>The system stores boundary coordinates and prevents invalid updates.</a:t>
            </a:r>
          </a:p>
          <a:p>
            <a:pPr marL="457200" indent="-457200" algn="l" rtl="0">
              <a:buFont typeface="+mj-lt"/>
              <a:buAutoNum type="arabicPeriod"/>
            </a:pPr>
            <a:r>
              <a:rPr lang="en-US" sz="2000" b="1">
                <a:solidFill>
                  <a:srgbClr val="1E3027"/>
                </a:solidFill>
                <a:latin typeface="Aptos" panose="020B0004020202020204" pitchFamily="34" charset="0"/>
              </a:rPr>
              <a:t>Area managers can assign users to areas with read, update, or area-manager permissions.</a:t>
            </a:r>
          </a:p>
          <a:p>
            <a:pPr marL="0" indent="0" algn="l" rtl="0">
              <a:buNone/>
            </a:pPr>
            <a:r>
              <a:rPr lang="en-US" sz="2000" b="1">
                <a:solidFill>
                  <a:srgbClr val="1E3027"/>
                </a:solidFill>
                <a:latin typeface="Aptos" panose="020B0004020202020204" pitchFamily="34" charset="0"/>
              </a:rPr>
              <a:t>3. Plant Management Process</a:t>
            </a:r>
          </a:p>
          <a:p>
            <a:pPr marL="457200" indent="-457200" algn="l" rtl="0">
              <a:buFont typeface="+mj-lt"/>
              <a:buAutoNum type="arabicPeriod"/>
            </a:pPr>
            <a:r>
              <a:rPr lang="en-US" sz="2000" b="1">
                <a:solidFill>
                  <a:srgbClr val="1E3027"/>
                </a:solidFill>
                <a:latin typeface="Aptos" panose="020B0004020202020204" pitchFamily="34" charset="0"/>
              </a:rPr>
              <a:t>Plants are placed inside defined areas using map coordinates or image coordinates.</a:t>
            </a:r>
          </a:p>
          <a:p>
            <a:pPr marL="0" indent="0" algn="l" rtl="0">
              <a:buNone/>
            </a:pPr>
            <a:r>
              <a:rPr lang="en-US" sz="2000" b="1">
                <a:solidFill>
                  <a:srgbClr val="1E3027"/>
                </a:solidFill>
                <a:latin typeface="Aptos" panose="020B0004020202020204" pitchFamily="34" charset="0"/>
              </a:rPr>
              <a:t>The system validates the plant position and stores watering frequency, volume, health status, and notes.</a:t>
            </a:r>
          </a:p>
          <a:p>
            <a:pPr marL="457200" indent="-457200" algn="l" rtl="0">
              <a:buFont typeface="+mj-lt"/>
              <a:buAutoNum type="arabicPeriod"/>
            </a:pPr>
            <a:r>
              <a:rPr lang="en-US" sz="2000" b="1">
                <a:solidFill>
                  <a:srgbClr val="1E3027"/>
                </a:solidFill>
                <a:latin typeface="Aptos" panose="020B0004020202020204" pitchFamily="34" charset="0"/>
              </a:rPr>
              <a:t>Users can edit or delete plants when they have the correct permission.</a:t>
            </a:r>
            <a:endParaRPr lang="he-IL" sz="2000" dirty="0">
              <a:solidFill>
                <a:srgbClr val="1E3027"/>
              </a:solidFill>
              <a:latin typeface="Aptos" panose="020B0004020202020204" pitchFamily="34" charset="0"/>
            </a:endParaRPr>
          </a:p>
        </p:txBody>
      </p:sp>
    </p:spTree>
    <p:extLst>
      <p:ext uri="{BB962C8B-B14F-4D97-AF65-F5344CB8AC3E}">
        <p14:creationId xmlns:p14="http://schemas.microsoft.com/office/powerpoint/2010/main" val="93405475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DAEFE1"/>
        </a:solid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0547F31F-F520-9E05-F02F-55C326DBB3CC}"/>
              </a:ext>
            </a:extLst>
          </p:cNvPr>
          <p:cNvSpPr/>
          <p:nvPr/>
        </p:nvSpPr>
        <p:spPr>
          <a:xfrm>
            <a:off x="0" y="0"/>
            <a:ext cx="12192000" cy="228600"/>
          </a:xfrm>
          <a:prstGeom prst="rect">
            <a:avLst/>
          </a:prstGeom>
          <a:solidFill>
            <a:srgbClr val="1D7E4F"/>
          </a:solidFill>
          <a:ln w="15875" cap="rnd" cmpd="sng" algn="ctr">
            <a:noFill/>
            <a:prstDash val="solid"/>
          </a:ln>
          <a:effectLst/>
          <a:extLst>
            <a:ext uri="{91240B29-F687-4F45-9708-019B960494DF}">
              <a14:hiddenLine xmlns:a14="http://schemas.microsoft.com/office/drawing/2010/main" w="15875" cap="rnd"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כותרת 1">
            <a:extLst>
              <a:ext uri="{FF2B5EF4-FFF2-40B4-BE49-F238E27FC236}">
                <a16:creationId xmlns:a16="http://schemas.microsoft.com/office/drawing/2014/main" id="{992ECF56-D119-5958-B899-90F27E2B21CB}"/>
              </a:ext>
            </a:extLst>
          </p:cNvPr>
          <p:cNvSpPr>
            <a:spLocks noGrp="1"/>
          </p:cNvSpPr>
          <p:nvPr>
            <p:ph type="title"/>
          </p:nvPr>
        </p:nvSpPr>
        <p:spPr/>
        <p:txBody>
          <a:bodyPr/>
          <a:lstStyle/>
          <a:p>
            <a:r>
              <a:rPr lang="en-US" sz="3400">
                <a:solidFill>
                  <a:srgbClr val="0A5237"/>
                </a:solidFill>
                <a:latin typeface="Aptos" panose="020B0004020202020204" pitchFamily="34" charset="0"/>
              </a:rPr>
              <a:t>Main Processes</a:t>
            </a:r>
            <a:endParaRPr lang="he-IL" sz="3400" dirty="0">
              <a:solidFill>
                <a:srgbClr val="0A5237"/>
              </a:solidFill>
              <a:latin typeface="Aptos" panose="020B0004020202020204" pitchFamily="34" charset="0"/>
            </a:endParaRPr>
          </a:p>
        </p:txBody>
      </p:sp>
      <p:sp>
        <p:nvSpPr>
          <p:cNvPr id="3" name="מציין מיקום תוכן 2">
            <a:extLst>
              <a:ext uri="{FF2B5EF4-FFF2-40B4-BE49-F238E27FC236}">
                <a16:creationId xmlns:a16="http://schemas.microsoft.com/office/drawing/2014/main" id="{A8226E05-BD30-0F9F-F226-30276083AEC3}"/>
              </a:ext>
            </a:extLst>
          </p:cNvPr>
          <p:cNvSpPr>
            <a:spLocks noGrp="1"/>
          </p:cNvSpPr>
          <p:nvPr>
            <p:ph idx="1"/>
          </p:nvPr>
        </p:nvSpPr>
        <p:spPr>
          <a:xfrm>
            <a:off x="256032" y="2707811"/>
            <a:ext cx="10989238" cy="3703001"/>
          </a:xfrm>
        </p:spPr>
        <p:txBody>
          <a:bodyPr>
            <a:noAutofit/>
          </a:bodyPr>
          <a:lstStyle/>
          <a:p>
            <a:pPr marL="0" indent="0" algn="l" rtl="0">
              <a:buNone/>
            </a:pPr>
            <a:r>
              <a:rPr lang="en-US" sz="2000" b="1">
                <a:solidFill>
                  <a:srgbClr val="1E3027"/>
                </a:solidFill>
                <a:latin typeface="Aptos" panose="020B0004020202020204" pitchFamily="34" charset="0"/>
              </a:rPr>
              <a:t>4. Photo Management Process</a:t>
            </a:r>
          </a:p>
          <a:p>
            <a:pPr marL="457200" indent="-457200" algn="l" rtl="0">
              <a:buFont typeface="+mj-lt"/>
              <a:buAutoNum type="arabicPeriod"/>
            </a:pPr>
            <a:r>
              <a:rPr lang="en-US" sz="2000" b="1">
                <a:solidFill>
                  <a:srgbClr val="1E3027"/>
                </a:solidFill>
                <a:latin typeface="Aptos" panose="020B0004020202020204" pitchFamily="34" charset="0"/>
              </a:rPr>
              <a:t>Areas support photo uploads for image-based workspaces and field documentation.</a:t>
            </a:r>
          </a:p>
          <a:p>
            <a:pPr marL="457200" indent="-457200" algn="l" rtl="0">
              <a:buFont typeface="+mj-lt"/>
              <a:buAutoNum type="arabicPeriod"/>
            </a:pPr>
            <a:r>
              <a:rPr lang="en-US" sz="2000" b="1">
                <a:solidFill>
                  <a:srgbClr val="1E3027"/>
                </a:solidFill>
                <a:latin typeface="Aptos" panose="020B0004020202020204" pitchFamily="34" charset="0"/>
              </a:rPr>
              <a:t>Files are stored under the local uploads directory and linked to the area record.</a:t>
            </a:r>
          </a:p>
          <a:p>
            <a:pPr marL="457200" indent="-457200" algn="l" rtl="0">
              <a:buFont typeface="+mj-lt"/>
              <a:buAutoNum type="arabicPeriod"/>
            </a:pPr>
            <a:r>
              <a:rPr lang="en-US" sz="2000" b="1">
                <a:solidFill>
                  <a:srgbClr val="1E3027"/>
                </a:solidFill>
                <a:latin typeface="Aptos" panose="020B0004020202020204" pitchFamily="34" charset="0"/>
              </a:rPr>
              <a:t>Image dimensions are saved so plant coordinates can be checked inside the uploaded image.</a:t>
            </a:r>
          </a:p>
          <a:p>
            <a:pPr marL="0" indent="0" algn="l" rtl="0">
              <a:buNone/>
            </a:pPr>
            <a:r>
              <a:rPr lang="en-US" sz="2000" b="1">
                <a:solidFill>
                  <a:srgbClr val="1E3027"/>
                </a:solidFill>
                <a:latin typeface="Aptos" panose="020B0004020202020204" pitchFamily="34" charset="0"/>
              </a:rPr>
              <a:t>5. Audit &amp; Notification Process</a:t>
            </a:r>
          </a:p>
          <a:p>
            <a:pPr marL="457200" indent="-457200" algn="l" rtl="0">
              <a:buFont typeface="+mj-lt"/>
              <a:buAutoNum type="arabicPeriod"/>
            </a:pPr>
            <a:r>
              <a:rPr lang="en-US" sz="2000" b="1">
                <a:solidFill>
                  <a:srgbClr val="1E3027"/>
                </a:solidFill>
                <a:latin typeface="Aptos" panose="020B0004020202020204" pitchFamily="34" charset="0"/>
              </a:rPr>
              <a:t>Every significant system event is recorded in the audit_log table.</a:t>
            </a:r>
          </a:p>
          <a:p>
            <a:pPr marL="457200" indent="-457200" algn="l" rtl="0">
              <a:buFont typeface="+mj-lt"/>
              <a:buAutoNum type="arabicPeriod"/>
            </a:pPr>
            <a:r>
              <a:rPr lang="en-US" sz="2000" b="1">
                <a:solidFill>
                  <a:srgbClr val="1E3027"/>
                </a:solidFill>
                <a:latin typeface="Aptos" panose="020B0004020202020204" pitchFamily="34" charset="0"/>
              </a:rPr>
              <a:t>The activity and notification pages display these records with user, action, entity, and time details.</a:t>
            </a:r>
          </a:p>
          <a:p>
            <a:pPr marL="457200" indent="-457200" algn="l" rtl="0">
              <a:buFont typeface="+mj-lt"/>
              <a:buAutoNum type="arabicPeriod"/>
            </a:pPr>
            <a:r>
              <a:rPr lang="en-US" sz="2000" b="1">
                <a:solidFill>
                  <a:srgbClr val="1E3027"/>
                </a:solidFill>
                <a:latin typeface="Aptos" panose="020B0004020202020204" pitchFamily="34" charset="0"/>
              </a:rPr>
              <a:t>This gives administrators and area managers clear operational visibility.</a:t>
            </a:r>
            <a:endParaRPr lang="he-IL" sz="2000" dirty="0">
              <a:solidFill>
                <a:srgbClr val="1E3027"/>
              </a:solidFill>
              <a:latin typeface="Aptos" panose="020B0004020202020204" pitchFamily="34" charset="0"/>
            </a:endParaRPr>
          </a:p>
        </p:txBody>
      </p:sp>
    </p:spTree>
    <p:extLst>
      <p:ext uri="{BB962C8B-B14F-4D97-AF65-F5344CB8AC3E}">
        <p14:creationId xmlns:p14="http://schemas.microsoft.com/office/powerpoint/2010/main" val="232255726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DAEFE1"/>
        </a:solid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C02D11C9-DDC3-0EAA-413D-0F2E2A55707F}"/>
              </a:ext>
            </a:extLst>
          </p:cNvPr>
          <p:cNvSpPr/>
          <p:nvPr/>
        </p:nvSpPr>
        <p:spPr>
          <a:xfrm>
            <a:off x="0" y="0"/>
            <a:ext cx="12192000" cy="228600"/>
          </a:xfrm>
          <a:prstGeom prst="rect">
            <a:avLst/>
          </a:prstGeom>
          <a:solidFill>
            <a:srgbClr val="1D7E4F"/>
          </a:solidFill>
          <a:ln w="15875" cap="rnd" cmpd="sng" algn="ctr">
            <a:noFill/>
            <a:prstDash val="solid"/>
          </a:ln>
          <a:effectLst/>
          <a:extLst>
            <a:ext uri="{91240B29-F687-4F45-9708-019B960494DF}">
              <a14:hiddenLine xmlns:a14="http://schemas.microsoft.com/office/drawing/2010/main" w="15875" cap="rnd"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p:txBody>
          <a:bodyPr/>
          <a:lstStyle/>
          <a:p>
            <a:r>
              <a:rPr lang="en-US" sz="3400">
                <a:solidFill>
                  <a:srgbClr val="0A5237"/>
                </a:solidFill>
                <a:latin typeface="Aptos" panose="020B0004020202020204" pitchFamily="34" charset="0"/>
              </a:rPr>
              <a:t>Main Modules</a:t>
            </a:r>
            <a:endParaRPr sz="3400" dirty="0">
              <a:solidFill>
                <a:srgbClr val="0A5237"/>
              </a:solidFill>
              <a:latin typeface="Aptos" panose="020B0004020202020204" pitchFamily="34" charset="0"/>
            </a:endParaRPr>
          </a:p>
        </p:txBody>
      </p:sp>
      <p:sp>
        <p:nvSpPr>
          <p:cNvPr id="3" name="Content Placeholder 2"/>
          <p:cNvSpPr>
            <a:spLocks noGrp="1"/>
          </p:cNvSpPr>
          <p:nvPr>
            <p:ph idx="1"/>
          </p:nvPr>
        </p:nvSpPr>
        <p:spPr/>
        <p:txBody>
          <a:bodyPr>
            <a:noAutofit/>
          </a:bodyPr>
          <a:lstStyle/>
          <a:p>
            <a:pPr algn="l" rtl="0"/>
            <a:r>
              <a:rPr lang="en-US">
                <a:solidFill>
                  <a:srgbClr val="1E3027"/>
                </a:solidFill>
                <a:latin typeface="Aptos" panose="020B0004020202020204" pitchFamily="34" charset="0"/>
              </a:rPr>
              <a:t>The system is built using a client-server architecture based on the MVC pattern.</a:t>
            </a:r>
          </a:p>
          <a:p>
            <a:pPr algn="l" rtl="0"/>
            <a:r>
              <a:rPr lang="en-US">
                <a:solidFill>
                  <a:srgbClr val="1E3027"/>
                </a:solidFill>
                <a:latin typeface="Aptos" panose="020B0004020202020204" pitchFamily="34" charset="0"/>
              </a:rPr>
              <a:t>The frontend (View) is developed with React and Leaflet, providing an interactive map-based interface for managing watering areas and plants.</a:t>
            </a:r>
          </a:p>
          <a:p>
            <a:pPr algn="l" rtl="0"/>
            <a:r>
              <a:rPr lang="en-US">
                <a:solidFill>
                  <a:srgbClr val="1E3027"/>
                </a:solidFill>
                <a:latin typeface="Aptos" panose="020B0004020202020204" pitchFamily="34" charset="0"/>
              </a:rPr>
              <a:t>The backend (Controller + Model) is developed with Node.js and Express and communicates with a MySQL database.</a:t>
            </a:r>
          </a:p>
          <a:p>
            <a:pPr algn="l" rtl="0"/>
            <a:r>
              <a:rPr lang="en-US">
                <a:solidFill>
                  <a:srgbClr val="1E3027"/>
                </a:solidFill>
                <a:latin typeface="Aptos" panose="020B0004020202020204" pitchFamily="34" charset="0"/>
              </a:rPr>
              <a:t>Each user action triggers a full cycle:</a:t>
            </a:r>
          </a:p>
          <a:p>
            <a:pPr algn="l" rtl="0"/>
            <a:r>
              <a:rPr lang="en-US">
                <a:solidFill>
                  <a:srgbClr val="1E3027"/>
                </a:solidFill>
                <a:latin typeface="Aptos" panose="020B0004020202020204" pitchFamily="34" charset="0"/>
              </a:rPr>
              <a:t>• The frontend sends an HTTP request to the backend.</a:t>
            </a:r>
          </a:p>
          <a:p>
            <a:pPr algn="l" rtl="0"/>
            <a:r>
              <a:rPr lang="en-US">
                <a:solidFill>
                  <a:srgbClr val="1E3027"/>
                </a:solidFill>
                <a:latin typeface="Aptos" panose="020B0004020202020204" pitchFamily="34" charset="0"/>
              </a:rPr>
              <a:t>• The router directs it to the correct route file.</a:t>
            </a:r>
          </a:p>
          <a:p>
            <a:pPr algn="l" rtl="0"/>
            <a:r>
              <a:rPr lang="en-US">
                <a:solidFill>
                  <a:srgbClr val="1E3027"/>
                </a:solidFill>
                <a:latin typeface="Aptos" panose="020B0004020202020204" pitchFamily="34" charset="0"/>
              </a:rPr>
              <a:t>• The controller validates input and permissions.</a:t>
            </a:r>
          </a:p>
          <a:p>
            <a:pPr algn="l" rtl="0"/>
            <a:r>
              <a:rPr lang="en-US">
                <a:solidFill>
                  <a:srgbClr val="1E3027"/>
                </a:solidFill>
                <a:latin typeface="Aptos" panose="020B0004020202020204" pitchFamily="34" charset="0"/>
              </a:rPr>
              <a:t>• The model/database layer reads or writes MySQL records.</a:t>
            </a:r>
          </a:p>
          <a:p>
            <a:pPr algn="l" rtl="0"/>
            <a:r>
              <a:rPr lang="en-US">
                <a:solidFill>
                  <a:srgbClr val="1E3027"/>
                </a:solidFill>
                <a:latin typeface="Aptos" panose="020B0004020202020204" pitchFamily="34" charset="0"/>
              </a:rPr>
              <a:t>• The audit module records the action.</a:t>
            </a:r>
          </a:p>
          <a:p>
            <a:pPr algn="l" rtl="0"/>
            <a:r>
              <a:rPr lang="en-US">
                <a:solidFill>
                  <a:srgbClr val="1E3027"/>
                </a:solidFill>
                <a:latin typeface="Aptos" panose="020B0004020202020204" pitchFamily="34" charset="0"/>
              </a:rPr>
              <a:t>• The backend returns a structured JSON response to the frontend.</a:t>
            </a:r>
            <a:endParaRPr lang="en-US" dirty="0">
              <a:solidFill>
                <a:srgbClr val="1E3027"/>
              </a:solidFill>
              <a:latin typeface="Aptos" panose="020B0004020202020204" pitchFamily="34"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DAEFE1"/>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57219DC7-9A75-B727-8267-5D2265DB7245}"/>
              </a:ext>
            </a:extLst>
          </p:cNvPr>
          <p:cNvSpPr/>
          <p:nvPr/>
        </p:nvSpPr>
        <p:spPr>
          <a:xfrm>
            <a:off x="0" y="0"/>
            <a:ext cx="12192000" cy="228600"/>
          </a:xfrm>
          <a:prstGeom prst="rect">
            <a:avLst/>
          </a:prstGeom>
          <a:solidFill>
            <a:srgbClr val="1D7E4F"/>
          </a:solidFill>
          <a:ln w="15875" cap="rnd" cmpd="sng" algn="ctr">
            <a:noFill/>
            <a:prstDash val="solid"/>
          </a:ln>
          <a:effectLst/>
          <a:extLst>
            <a:ext uri="{91240B29-F687-4F45-9708-019B960494DF}">
              <a14:hiddenLine xmlns:a14="http://schemas.microsoft.com/office/drawing/2010/main" w="15875" cap="rnd"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כותרת 1">
            <a:extLst>
              <a:ext uri="{FF2B5EF4-FFF2-40B4-BE49-F238E27FC236}">
                <a16:creationId xmlns:a16="http://schemas.microsoft.com/office/drawing/2014/main" id="{EFD8E2CB-33A2-AED9-126E-550A27E534BD}"/>
              </a:ext>
            </a:extLst>
          </p:cNvPr>
          <p:cNvSpPr>
            <a:spLocks noGrp="1"/>
          </p:cNvSpPr>
          <p:nvPr>
            <p:ph type="title"/>
          </p:nvPr>
        </p:nvSpPr>
        <p:spPr>
          <a:xfrm>
            <a:off x="810000" y="447188"/>
            <a:ext cx="10571998" cy="970450"/>
          </a:xfrm>
        </p:spPr>
        <p:txBody>
          <a:bodyPr>
            <a:normAutofit/>
          </a:bodyPr>
          <a:lstStyle/>
          <a:p>
            <a:pPr>
              <a:lnSpc>
                <a:spcPct val="90000"/>
              </a:lnSpc>
            </a:pPr>
            <a:r>
              <a:rPr lang="en-US" sz="3400">
                <a:solidFill>
                  <a:srgbClr val="0A5237"/>
                </a:solidFill>
                <a:latin typeface="Aptos" panose="020B0004020202020204" pitchFamily="34" charset="0"/>
              </a:rPr>
              <a:t>Main modules – Starting the server</a:t>
            </a:r>
            <a:endParaRPr lang="he-IL" sz="3400">
              <a:solidFill>
                <a:srgbClr val="0A5237"/>
              </a:solidFill>
              <a:latin typeface="Aptos" panose="020B0004020202020204" pitchFamily="34" charset="0"/>
            </a:endParaRPr>
          </a:p>
        </p:txBody>
      </p:sp>
      <p:sp>
        <p:nvSpPr>
          <p:cNvPr id="8" name="Rectangle 5">
            <a:extLst>
              <a:ext uri="{FF2B5EF4-FFF2-40B4-BE49-F238E27FC236}">
                <a16:creationId xmlns:a16="http://schemas.microsoft.com/office/drawing/2014/main" id="{EBF8332F-1996-0DFB-AD14-D081B60B93AF}"/>
              </a:ext>
            </a:extLst>
          </p:cNvPr>
          <p:cNvSpPr>
            <a:spLocks noGrp="1" noChangeArrowheads="1"/>
          </p:cNvSpPr>
          <p:nvPr>
            <p:ph idx="1"/>
          </p:nvPr>
        </p:nvSpPr>
        <p:spPr bwMode="auto">
          <a:xfrm>
            <a:off x="6927814" y="2371223"/>
            <a:ext cx="6587783" cy="2943225"/>
          </a:xfrm>
          <a:prstGeom prst="roundRect">
            <a:avLst/>
          </a:prstGeom>
          <a:noFill/>
          <a:ln>
            <a:noFill/>
          </a:ln>
        </p:spPr>
        <p:style>
          <a:lnRef idx="2">
            <a:schemeClr val="dk1"/>
          </a:lnRef>
          <a:fillRef idx="1">
            <a:schemeClr val="lt1"/>
          </a:fillRef>
          <a:effectRef idx="0">
            <a:schemeClr val="dk1"/>
          </a:effectRef>
          <a:fontRef idx="minor">
            <a:schemeClr val="dk1"/>
          </a:fontRef>
        </p:style>
        <p:txBody>
          <a:bodyPr vert="horz" lIns="91440" tIns="45720" rIns="91440" bIns="45720" numCol="1" rtlCol="0" anchorCtr="0" compatLnSpc="1">
            <a:prstTxWarp prst="textNoShape">
              <a:avLst/>
            </a:prstTxWarp>
            <a:noAutofit/>
          </a:bodyPr>
          <a:lstStyle/>
          <a:p>
            <a:pPr marL="0" indent="0" algn="l" defTabSz="914400" rtl="0" eaLnBrk="0" fontAlgn="base" hangingPunct="0">
              <a:spcBef>
                <a:spcPct val="0"/>
              </a:spcBef>
              <a:buClr>
                <a:schemeClr val="tx1"/>
              </a:buClr>
              <a:buFontTx/>
              <a:buChar char="•"/>
            </a:pPr>
            <a:r>
              <a:rPr lang="en-US" altLang="he-IL" sz="2000">
                <a:solidFill>
                  <a:srgbClr val="1E3027"/>
                </a:solidFill>
                <a:latin typeface="Aptos" panose="020B0004020202020204" pitchFamily="34" charset="0"/>
              </a:rPr>
              <a:t>Load environment variables and configuration.</a:t>
            </a:r>
          </a:p>
          <a:p>
            <a:pPr marL="0" indent="0" algn="l" defTabSz="914400" rtl="0" eaLnBrk="0" fontAlgn="base" hangingPunct="0">
              <a:spcBef>
                <a:spcPct val="0"/>
              </a:spcBef>
              <a:buClr>
                <a:schemeClr val="tx1"/>
              </a:buClr>
              <a:buFontTx/>
              <a:buChar char="•"/>
            </a:pPr>
            <a:r>
              <a:rPr lang="en-US" altLang="he-IL" sz="2000">
                <a:solidFill>
                  <a:srgbClr val="1E3027"/>
                </a:solidFill>
                <a:latin typeface="Aptos" panose="020B0004020202020204" pitchFamily="34" charset="0"/>
              </a:rPr>
              <a:t>Initialize the HTTP server using Node.js and Express.</a:t>
            </a:r>
          </a:p>
          <a:p>
            <a:pPr marL="0" indent="0" algn="l" defTabSz="914400" rtl="0" eaLnBrk="0" fontAlgn="base" hangingPunct="0">
              <a:spcBef>
                <a:spcPct val="0"/>
              </a:spcBef>
              <a:buClr>
                <a:schemeClr val="tx1"/>
              </a:buClr>
              <a:buFontTx/>
              <a:buChar char="•"/>
            </a:pPr>
            <a:r>
              <a:rPr lang="en-US" altLang="he-IL" sz="2000">
                <a:solidFill>
                  <a:srgbClr val="1E3027"/>
                </a:solidFill>
                <a:latin typeface="Aptos" panose="020B0004020202020204" pitchFamily="34" charset="0"/>
              </a:rPr>
              <a:t>Enable CORS, JSON parsing, form parsing, and uploads.</a:t>
            </a:r>
          </a:p>
          <a:p>
            <a:pPr marL="0" indent="0" algn="l" defTabSz="914400" rtl="0" eaLnBrk="0" fontAlgn="base" hangingPunct="0">
              <a:spcBef>
                <a:spcPct val="0"/>
              </a:spcBef>
              <a:buClr>
                <a:schemeClr val="tx1"/>
              </a:buClr>
              <a:buFontTx/>
              <a:buChar char="•"/>
            </a:pPr>
            <a:r>
              <a:rPr lang="en-US" altLang="he-IL" sz="2000">
                <a:solidFill>
                  <a:srgbClr val="1E3027"/>
                </a:solidFill>
                <a:latin typeface="Aptos" panose="020B0004020202020204" pitchFamily="34" charset="0"/>
              </a:rPr>
              <a:t>Connect all route modules: areas, plants, users, and audit logs.</a:t>
            </a:r>
          </a:p>
          <a:p>
            <a:pPr marL="0" indent="0" algn="l" defTabSz="914400" rtl="0" eaLnBrk="0" fontAlgn="base" hangingPunct="0">
              <a:spcBef>
                <a:spcPct val="0"/>
              </a:spcBef>
              <a:buClr>
                <a:schemeClr val="tx1"/>
              </a:buClr>
              <a:buFontTx/>
              <a:buChar char="•"/>
            </a:pPr>
            <a:r>
              <a:rPr lang="en-US" altLang="he-IL" sz="2000">
                <a:solidFill>
                  <a:srgbClr val="1E3027"/>
                </a:solidFill>
                <a:latin typeface="Aptos" panose="020B0004020202020204" pitchFamily="34" charset="0"/>
              </a:rPr>
              <a:t>Serve uploaded files from the local uploads directory.</a:t>
            </a:r>
          </a:p>
          <a:p>
            <a:pPr marL="0" indent="0" algn="l" defTabSz="914400" rtl="0" eaLnBrk="0" fontAlgn="base" hangingPunct="0">
              <a:spcBef>
                <a:spcPct val="0"/>
              </a:spcBef>
              <a:buClr>
                <a:schemeClr val="tx1"/>
              </a:buClr>
              <a:buFontTx/>
              <a:buChar char="•"/>
            </a:pPr>
            <a:r>
              <a:rPr lang="en-US" altLang="he-IL" sz="2000">
                <a:solidFill>
                  <a:srgbClr val="1E3027"/>
                </a:solidFill>
                <a:latin typeface="Aptos" panose="020B0004020202020204" pitchFamily="34" charset="0"/>
              </a:rPr>
              <a:t>Start listening for client requests through REST APIs.</a:t>
            </a:r>
            <a:endParaRPr lang="he-IL" altLang="he-IL" sz="2000" dirty="0">
              <a:solidFill>
                <a:srgbClr val="1E3027"/>
              </a:solidFill>
              <a:latin typeface="Aptos" panose="020B0004020202020204" pitchFamily="34" charset="0"/>
            </a:endParaRPr>
          </a:p>
        </p:txBody>
      </p:sp>
      <p:pic>
        <p:nvPicPr>
          <p:cNvPr id="4" name="Picture 3">
            <a:extLst>
              <a:ext uri="{FF2B5EF4-FFF2-40B4-BE49-F238E27FC236}">
                <a16:creationId xmlns:a16="http://schemas.microsoft.com/office/drawing/2014/main" id="{9AC3EA95-5446-A095-B634-3F9CE586AE51}"/>
              </a:ext>
            </a:extLst>
          </p:cNvPr>
          <p:cNvPicPr>
            <a:picLocks/>
          </p:cNvPicPr>
          <p:nvPr/>
        </p:nvPicPr>
        <p:blipFill>
          <a:blip r:embed="rId2"/>
          <a:stretch>
            <a:fillRect/>
          </a:stretch>
        </p:blipFill>
        <p:spPr>
          <a:xfrm>
            <a:off x="1" y="2486025"/>
            <a:ext cx="7124382" cy="4286249"/>
          </a:xfrm>
          <a:prstGeom prst="rect">
            <a:avLst/>
          </a:prstGeom>
          <a:ln w="19050">
            <a:solidFill>
              <a:srgbClr val="1D7E4F"/>
            </a:solidFill>
          </a:ln>
        </p:spPr>
      </p:pic>
    </p:spTree>
    <p:extLst>
      <p:ext uri="{BB962C8B-B14F-4D97-AF65-F5344CB8AC3E}">
        <p14:creationId xmlns:p14="http://schemas.microsoft.com/office/powerpoint/2010/main" val="262199704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DAEFE1"/>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E8BCEDA3-CE53-FB37-9648-27C13447BC62}"/>
              </a:ext>
            </a:extLst>
          </p:cNvPr>
          <p:cNvSpPr/>
          <p:nvPr/>
        </p:nvSpPr>
        <p:spPr>
          <a:xfrm>
            <a:off x="0" y="0"/>
            <a:ext cx="12192000" cy="228600"/>
          </a:xfrm>
          <a:prstGeom prst="rect">
            <a:avLst/>
          </a:prstGeom>
          <a:solidFill>
            <a:srgbClr val="1D7E4F"/>
          </a:solidFill>
          <a:ln w="15875" cap="rnd" cmpd="sng" algn="ctr">
            <a:noFill/>
            <a:prstDash val="solid"/>
          </a:ln>
          <a:effectLst/>
          <a:extLst>
            <a:ext uri="{91240B29-F687-4F45-9708-019B960494DF}">
              <a14:hiddenLine xmlns:a14="http://schemas.microsoft.com/office/drawing/2010/main" w="15875" cap="rnd"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כותרת 1">
            <a:extLst>
              <a:ext uri="{FF2B5EF4-FFF2-40B4-BE49-F238E27FC236}">
                <a16:creationId xmlns:a16="http://schemas.microsoft.com/office/drawing/2014/main" id="{37282844-F948-410E-626A-2BAF3E2FE067}"/>
              </a:ext>
            </a:extLst>
          </p:cNvPr>
          <p:cNvSpPr>
            <a:spLocks noGrp="1"/>
          </p:cNvSpPr>
          <p:nvPr>
            <p:ph type="title"/>
          </p:nvPr>
        </p:nvSpPr>
        <p:spPr>
          <a:xfrm>
            <a:off x="810000" y="447188"/>
            <a:ext cx="10571998" cy="970450"/>
          </a:xfrm>
        </p:spPr>
        <p:txBody>
          <a:bodyPr>
            <a:normAutofit/>
          </a:bodyPr>
          <a:lstStyle/>
          <a:p>
            <a:pPr>
              <a:lnSpc>
                <a:spcPct val="90000"/>
              </a:lnSpc>
            </a:pPr>
            <a:r>
              <a:rPr lang="en-US" sz="3400">
                <a:solidFill>
                  <a:srgbClr val="0A5237"/>
                </a:solidFill>
                <a:latin typeface="Aptos" panose="020B0004020202020204" pitchFamily="34" charset="0"/>
              </a:rPr>
              <a:t>Main modules - React</a:t>
            </a:r>
            <a:endParaRPr lang="he-IL" sz="3400">
              <a:solidFill>
                <a:srgbClr val="0A5237"/>
              </a:solidFill>
              <a:latin typeface="Aptos" panose="020B0004020202020204" pitchFamily="34" charset="0"/>
            </a:endParaRPr>
          </a:p>
        </p:txBody>
      </p:sp>
      <p:sp>
        <p:nvSpPr>
          <p:cNvPr id="4" name="Rectangle 1">
            <a:extLst>
              <a:ext uri="{FF2B5EF4-FFF2-40B4-BE49-F238E27FC236}">
                <a16:creationId xmlns:a16="http://schemas.microsoft.com/office/drawing/2014/main" id="{6160EA20-021B-2794-5539-D0B968C93BD8}"/>
              </a:ext>
            </a:extLst>
          </p:cNvPr>
          <p:cNvSpPr>
            <a:spLocks noGrp="1" noChangeArrowheads="1"/>
          </p:cNvSpPr>
          <p:nvPr>
            <p:ph idx="1"/>
          </p:nvPr>
        </p:nvSpPr>
        <p:spPr bwMode="auto">
          <a:xfrm>
            <a:off x="5962213" y="1809136"/>
            <a:ext cx="6572687" cy="5200650"/>
          </a:xfrm>
          <a:prstGeom prst="round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rtlCol="0" anchorCtr="0" compatLnSpc="1">
            <a:prstTxWarp prst="textNoShape">
              <a:avLst/>
            </a:prstTxWarp>
            <a:noAutofit/>
          </a:bodyPr>
          <a:lstStyle/>
          <a:p>
            <a:pPr marL="0" indent="0" algn="l" defTabSz="914400" rtl="0" eaLnBrk="0" fontAlgn="base" hangingPunct="0">
              <a:lnSpc>
                <a:spcPct val="90000"/>
              </a:lnSpc>
              <a:spcBef>
                <a:spcPct val="0"/>
              </a:spcBef>
              <a:buFontTx/>
              <a:buChar char="•"/>
            </a:pPr>
            <a:r>
              <a:rPr lang="en-US" altLang="he-IL" sz="2000">
                <a:solidFill>
                  <a:srgbClr val="1E3027"/>
                </a:solidFill>
                <a:latin typeface="Aptos" panose="020B0004020202020204" pitchFamily="34" charset="0"/>
              </a:rPr>
              <a:t>Built with React for a dynamic and modular front-end.</a:t>
            </a:r>
          </a:p>
          <a:p>
            <a:pPr marL="0" indent="0" algn="l" defTabSz="914400" rtl="0" eaLnBrk="0" fontAlgn="base" hangingPunct="0">
              <a:lnSpc>
                <a:spcPct val="90000"/>
              </a:lnSpc>
              <a:spcBef>
                <a:spcPct val="0"/>
              </a:spcBef>
              <a:buFontTx/>
              <a:buChar char="•"/>
            </a:pPr>
            <a:r>
              <a:rPr lang="en-US" altLang="he-IL" sz="2000">
                <a:solidFill>
                  <a:srgbClr val="1E3027"/>
                </a:solidFill>
                <a:latin typeface="Aptos" panose="020B0004020202020204" pitchFamily="34" charset="0"/>
              </a:rPr>
              <a:t>Uses React Router for navigation between pages.</a:t>
            </a:r>
          </a:p>
          <a:p>
            <a:pPr marL="0" indent="0" algn="l" defTabSz="914400" rtl="0" eaLnBrk="0" fontAlgn="base" hangingPunct="0">
              <a:lnSpc>
                <a:spcPct val="90000"/>
              </a:lnSpc>
              <a:spcBef>
                <a:spcPct val="0"/>
              </a:spcBef>
              <a:buFontTx/>
              <a:buChar char="•"/>
            </a:pPr>
            <a:r>
              <a:rPr lang="en-US" altLang="he-IL" sz="2000">
                <a:solidFill>
                  <a:srgbClr val="1E3027"/>
                </a:solidFill>
                <a:latin typeface="Aptos" panose="020B0004020202020204" pitchFamily="34" charset="0"/>
              </a:rPr>
              <a:t>App.jsx manages the main routes and protected pages.</a:t>
            </a:r>
          </a:p>
          <a:p>
            <a:pPr marL="0" indent="0" algn="l" defTabSz="914400" rtl="0" eaLnBrk="0" fontAlgn="base" hangingPunct="0">
              <a:lnSpc>
                <a:spcPct val="90000"/>
              </a:lnSpc>
              <a:spcBef>
                <a:spcPct val="0"/>
              </a:spcBef>
              <a:buFontTx/>
              <a:buChar char="•"/>
            </a:pPr>
            <a:r>
              <a:rPr lang="en-US" altLang="he-IL" sz="2000">
                <a:solidFill>
                  <a:srgbClr val="1E3027"/>
                </a:solidFill>
                <a:latin typeface="Aptos" panose="020B0004020202020204" pitchFamily="34" charset="0"/>
              </a:rPr>
              <a:t>Stores user session and dark-mode preference in localStorage.</a:t>
            </a:r>
          </a:p>
          <a:p>
            <a:pPr marL="0" indent="0" algn="l" defTabSz="914400" rtl="0" eaLnBrk="0" fontAlgn="base" hangingPunct="0">
              <a:lnSpc>
                <a:spcPct val="90000"/>
              </a:lnSpc>
              <a:spcBef>
                <a:spcPct val="0"/>
              </a:spcBef>
              <a:buFontTx/>
              <a:buChar char="•"/>
            </a:pPr>
            <a:r>
              <a:rPr lang="en-US" altLang="he-IL" sz="2000">
                <a:solidFill>
                  <a:srgbClr val="1E3027"/>
                </a:solidFill>
                <a:latin typeface="Aptos" panose="020B0004020202020204" pitchFamily="34" charset="0"/>
              </a:rPr>
              <a:t>Uses hooks such as useState and useEffect for app logic.</a:t>
            </a:r>
          </a:p>
          <a:p>
            <a:pPr marL="0" indent="0" algn="l" defTabSz="914400" rtl="0" eaLnBrk="0" fontAlgn="base" hangingPunct="0">
              <a:lnSpc>
                <a:spcPct val="90000"/>
              </a:lnSpc>
              <a:spcBef>
                <a:spcPct val="0"/>
              </a:spcBef>
              <a:buFontTx/>
              <a:buChar char="•"/>
            </a:pPr>
            <a:r>
              <a:rPr lang="en-US" altLang="he-IL" sz="2000">
                <a:solidFill>
                  <a:srgbClr val="1E3027"/>
                </a:solidFill>
                <a:latin typeface="Aptos" panose="020B0004020202020204" pitchFamily="34" charset="0"/>
              </a:rPr>
              <a:t>Communicates with the Node.js server through REST API calls.</a:t>
            </a:r>
            <a:endParaRPr lang="he-IL" altLang="he-IL" sz="2000" dirty="0">
              <a:solidFill>
                <a:srgbClr val="1E3027"/>
              </a:solidFill>
              <a:latin typeface="Aptos" panose="020B0004020202020204" pitchFamily="34" charset="0"/>
            </a:endParaRPr>
          </a:p>
        </p:txBody>
      </p:sp>
      <p:pic>
        <p:nvPicPr>
          <p:cNvPr id="5" name="Picture 4">
            <a:extLst>
              <a:ext uri="{FF2B5EF4-FFF2-40B4-BE49-F238E27FC236}">
                <a16:creationId xmlns:a16="http://schemas.microsoft.com/office/drawing/2014/main" id="{8CDF3556-7B87-B0C9-B053-4E7E85F82599}"/>
              </a:ext>
            </a:extLst>
          </p:cNvPr>
          <p:cNvPicPr>
            <a:picLocks/>
          </p:cNvPicPr>
          <p:nvPr/>
        </p:nvPicPr>
        <p:blipFill>
          <a:blip r:embed="rId2"/>
          <a:stretch>
            <a:fillRect/>
          </a:stretch>
        </p:blipFill>
        <p:spPr>
          <a:xfrm>
            <a:off x="155589" y="1561000"/>
            <a:ext cx="5968450" cy="5296999"/>
          </a:xfrm>
          <a:prstGeom prst="rect">
            <a:avLst/>
          </a:prstGeom>
          <a:ln w="19050">
            <a:solidFill>
              <a:srgbClr val="1D7E4F"/>
            </a:solidFill>
          </a:ln>
        </p:spPr>
      </p:pic>
    </p:spTree>
    <p:extLst>
      <p:ext uri="{BB962C8B-B14F-4D97-AF65-F5344CB8AC3E}">
        <p14:creationId xmlns:p14="http://schemas.microsoft.com/office/powerpoint/2010/main" val="157812511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DAEFE1"/>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696B0D1D-29F7-1051-D7F2-87FB775DD255}"/>
              </a:ext>
            </a:extLst>
          </p:cNvPr>
          <p:cNvSpPr/>
          <p:nvPr/>
        </p:nvSpPr>
        <p:spPr>
          <a:xfrm>
            <a:off x="0" y="0"/>
            <a:ext cx="12192000" cy="228600"/>
          </a:xfrm>
          <a:prstGeom prst="rect">
            <a:avLst/>
          </a:prstGeom>
          <a:solidFill>
            <a:srgbClr val="1D7E4F"/>
          </a:solidFill>
          <a:ln w="15875" cap="rnd" cmpd="sng" algn="ctr">
            <a:noFill/>
            <a:prstDash val="solid"/>
          </a:ln>
          <a:effectLst/>
          <a:extLst>
            <a:ext uri="{91240B29-F687-4F45-9708-019B960494DF}">
              <a14:hiddenLine xmlns:a14="http://schemas.microsoft.com/office/drawing/2010/main" w="15875" cap="rnd"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כותרת 1">
            <a:extLst>
              <a:ext uri="{FF2B5EF4-FFF2-40B4-BE49-F238E27FC236}">
                <a16:creationId xmlns:a16="http://schemas.microsoft.com/office/drawing/2014/main" id="{BFCC48E3-F91B-F516-0321-A8F0E4AE4420}"/>
              </a:ext>
            </a:extLst>
          </p:cNvPr>
          <p:cNvSpPr>
            <a:spLocks noGrp="1"/>
          </p:cNvSpPr>
          <p:nvPr>
            <p:ph type="title"/>
          </p:nvPr>
        </p:nvSpPr>
        <p:spPr/>
        <p:txBody>
          <a:bodyPr/>
          <a:lstStyle/>
          <a:p>
            <a:r>
              <a:rPr lang="en-US" sz="3400">
                <a:solidFill>
                  <a:srgbClr val="0A5237"/>
                </a:solidFill>
                <a:latin typeface="Aptos" panose="020B0004020202020204" pitchFamily="34" charset="0"/>
              </a:rPr>
              <a:t>Main Modules – Routes</a:t>
            </a:r>
            <a:endParaRPr lang="en-US" sz="3400" dirty="0">
              <a:solidFill>
                <a:srgbClr val="0A5237"/>
              </a:solidFill>
              <a:latin typeface="Aptos" panose="020B0004020202020204" pitchFamily="34" charset="0"/>
            </a:endParaRPr>
          </a:p>
        </p:txBody>
      </p:sp>
      <p:sp>
        <p:nvSpPr>
          <p:cNvPr id="3" name="מציין מיקום תוכן 2">
            <a:extLst>
              <a:ext uri="{FF2B5EF4-FFF2-40B4-BE49-F238E27FC236}">
                <a16:creationId xmlns:a16="http://schemas.microsoft.com/office/drawing/2014/main" id="{773B8551-1324-719D-C473-6A4985112D00}"/>
              </a:ext>
            </a:extLst>
          </p:cNvPr>
          <p:cNvSpPr>
            <a:spLocks noGrp="1"/>
          </p:cNvSpPr>
          <p:nvPr>
            <p:ph idx="1"/>
          </p:nvPr>
        </p:nvSpPr>
        <p:spPr>
          <a:xfrm>
            <a:off x="4038162" y="3761453"/>
            <a:ext cx="7687113" cy="2649360"/>
          </a:xfrm>
        </p:spPr>
        <p:txBody>
          <a:bodyPr>
            <a:normAutofit/>
          </a:bodyPr>
          <a:lstStyle/>
          <a:p>
            <a:pPr algn="l" rtl="0"/>
            <a:r>
              <a:rPr lang="en-US" sz="2000">
                <a:solidFill>
                  <a:srgbClr val="1E3027"/>
                </a:solidFill>
                <a:latin typeface="Aptos" panose="020B0004020202020204" pitchFamily="34" charset="0"/>
              </a:rPr>
              <a:t>The server uses separate route files for plants, areas, users, and audit logs.</a:t>
            </a:r>
          </a:p>
          <a:p>
            <a:pPr algn="l" rtl="0"/>
            <a:r>
              <a:rPr lang="en-US" sz="2000">
                <a:solidFill>
                  <a:srgbClr val="1E3027"/>
                </a:solidFill>
                <a:latin typeface="Aptos" panose="020B0004020202020204" pitchFamily="34" charset="0"/>
              </a:rPr>
              <a:t>Each router handles its own API endpoints and client requests.</a:t>
            </a:r>
          </a:p>
          <a:p>
            <a:pPr algn="l" rtl="0"/>
            <a:r>
              <a:rPr lang="en-US" sz="2000">
                <a:solidFill>
                  <a:srgbClr val="1E3027"/>
                </a:solidFill>
                <a:latin typeface="Aptos" panose="020B0004020202020204" pitchFamily="34" charset="0"/>
              </a:rPr>
              <a:t>Routes connect the frontend actions to validation, permission checks, database queries, and audit logging.</a:t>
            </a:r>
            <a:endParaRPr lang="he-IL" sz="2000" dirty="0">
              <a:solidFill>
                <a:srgbClr val="1E3027"/>
              </a:solidFill>
              <a:latin typeface="Aptos" panose="020B0004020202020204" pitchFamily="34" charset="0"/>
            </a:endParaRPr>
          </a:p>
        </p:txBody>
      </p:sp>
      <p:pic>
        <p:nvPicPr>
          <p:cNvPr id="6" name="Picture 5">
            <a:extLst>
              <a:ext uri="{FF2B5EF4-FFF2-40B4-BE49-F238E27FC236}">
                <a16:creationId xmlns:a16="http://schemas.microsoft.com/office/drawing/2014/main" id="{6B847344-F7DF-854A-04E4-AB637D2386E7}"/>
              </a:ext>
            </a:extLst>
          </p:cNvPr>
          <p:cNvPicPr>
            <a:picLocks/>
          </p:cNvPicPr>
          <p:nvPr/>
        </p:nvPicPr>
        <p:blipFill>
          <a:blip r:embed="rId2"/>
          <a:stretch>
            <a:fillRect/>
          </a:stretch>
        </p:blipFill>
        <p:spPr>
          <a:xfrm>
            <a:off x="249845" y="2462451"/>
            <a:ext cx="7446355" cy="1367522"/>
          </a:xfrm>
          <a:prstGeom prst="rect">
            <a:avLst/>
          </a:prstGeom>
          <a:ln w="19050">
            <a:solidFill>
              <a:srgbClr val="1D7E4F"/>
            </a:solidFill>
          </a:ln>
        </p:spPr>
      </p:pic>
    </p:spTree>
    <p:extLst>
      <p:ext uri="{BB962C8B-B14F-4D97-AF65-F5344CB8AC3E}">
        <p14:creationId xmlns:p14="http://schemas.microsoft.com/office/powerpoint/2010/main" val="333502905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DAEFE1"/>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2F528471-A0A2-31F4-B05E-F5E8478ADF11}"/>
              </a:ext>
            </a:extLst>
          </p:cNvPr>
          <p:cNvSpPr/>
          <p:nvPr/>
        </p:nvSpPr>
        <p:spPr>
          <a:xfrm>
            <a:off x="0" y="0"/>
            <a:ext cx="12192000" cy="228600"/>
          </a:xfrm>
          <a:prstGeom prst="rect">
            <a:avLst/>
          </a:prstGeom>
          <a:solidFill>
            <a:srgbClr val="1D7E4F"/>
          </a:solidFill>
          <a:ln w="15875" cap="rnd" cmpd="sng" algn="ctr">
            <a:noFill/>
            <a:prstDash val="solid"/>
          </a:ln>
          <a:effectLst/>
          <a:extLst>
            <a:ext uri="{91240B29-F687-4F45-9708-019B960494DF}">
              <a14:hiddenLine xmlns:a14="http://schemas.microsoft.com/office/drawing/2010/main" w="15875" cap="rnd"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כותרת 1">
            <a:extLst>
              <a:ext uri="{FF2B5EF4-FFF2-40B4-BE49-F238E27FC236}">
                <a16:creationId xmlns:a16="http://schemas.microsoft.com/office/drawing/2014/main" id="{0D3F2AC7-BAB6-1FBF-CDE5-C4BB4ABFE0EC}"/>
              </a:ext>
            </a:extLst>
          </p:cNvPr>
          <p:cNvSpPr>
            <a:spLocks noGrp="1"/>
          </p:cNvSpPr>
          <p:nvPr>
            <p:ph type="title"/>
          </p:nvPr>
        </p:nvSpPr>
        <p:spPr>
          <a:xfrm>
            <a:off x="810000" y="447188"/>
            <a:ext cx="10571998" cy="970450"/>
          </a:xfrm>
        </p:spPr>
        <p:txBody>
          <a:bodyPr>
            <a:normAutofit/>
          </a:bodyPr>
          <a:lstStyle/>
          <a:p>
            <a:r>
              <a:rPr lang="en-US" sz="3400">
                <a:solidFill>
                  <a:srgbClr val="0A5237"/>
                </a:solidFill>
                <a:latin typeface="Aptos" panose="020B0004020202020204" pitchFamily="34" charset="0"/>
              </a:rPr>
              <a:t>Main Modules – DB</a:t>
            </a:r>
            <a:endParaRPr lang="he-IL" sz="3400" dirty="0">
              <a:solidFill>
                <a:srgbClr val="0A5237"/>
              </a:solidFill>
              <a:latin typeface="Aptos" panose="020B0004020202020204" pitchFamily="34" charset="0"/>
            </a:endParaRPr>
          </a:p>
        </p:txBody>
      </p:sp>
      <p:sp>
        <p:nvSpPr>
          <p:cNvPr id="3" name="מציין מיקום תוכן 2">
            <a:extLst>
              <a:ext uri="{FF2B5EF4-FFF2-40B4-BE49-F238E27FC236}">
                <a16:creationId xmlns:a16="http://schemas.microsoft.com/office/drawing/2014/main" id="{E833F5BA-C12A-2FD7-4281-5D1597926290}"/>
              </a:ext>
            </a:extLst>
          </p:cNvPr>
          <p:cNvSpPr>
            <a:spLocks noGrp="1"/>
          </p:cNvSpPr>
          <p:nvPr>
            <p:ph idx="1"/>
          </p:nvPr>
        </p:nvSpPr>
        <p:spPr>
          <a:xfrm>
            <a:off x="5757657" y="1562100"/>
            <a:ext cx="6121960" cy="4521200"/>
          </a:xfrm>
        </p:spPr>
        <p:txBody>
          <a:bodyPr>
            <a:noAutofit/>
          </a:bodyPr>
          <a:lstStyle/>
          <a:p>
            <a:pPr algn="l" rtl="0">
              <a:lnSpc>
                <a:spcPct val="90000"/>
              </a:lnSpc>
            </a:pPr>
            <a:r>
              <a:rPr lang="en-US" sz="2000">
                <a:solidFill>
                  <a:srgbClr val="1E3027"/>
                </a:solidFill>
                <a:latin typeface="Aptos" panose="020B0004020202020204" pitchFamily="34" charset="0"/>
              </a:rPr>
              <a:t>A dedicated module (Database.js) handles the connection to the MySQL database.</a:t>
            </a:r>
          </a:p>
          <a:p>
            <a:pPr algn="l" rtl="0">
              <a:lnSpc>
                <a:spcPct val="90000"/>
              </a:lnSpc>
            </a:pPr>
            <a:r>
              <a:rPr lang="en-US" sz="2000">
                <a:solidFill>
                  <a:srgbClr val="1E3027"/>
                </a:solidFill>
                <a:latin typeface="Aptos" panose="020B0004020202020204" pitchFamily="34" charset="0"/>
              </a:rPr>
              <a:t>Loads database configuration from environment variables.</a:t>
            </a:r>
          </a:p>
          <a:p>
            <a:pPr algn="l" rtl="0">
              <a:lnSpc>
                <a:spcPct val="90000"/>
              </a:lnSpc>
            </a:pPr>
            <a:r>
              <a:rPr lang="en-US" sz="2000">
                <a:solidFill>
                  <a:srgbClr val="1E3027"/>
                </a:solidFill>
                <a:latin typeface="Aptos" panose="020B0004020202020204" pitchFamily="34" charset="0"/>
              </a:rPr>
              <a:t>Creates a connection using the mysql2 library.</a:t>
            </a:r>
          </a:p>
          <a:p>
            <a:pPr algn="l" rtl="0">
              <a:lnSpc>
                <a:spcPct val="90000"/>
              </a:lnSpc>
            </a:pPr>
            <a:r>
              <a:rPr lang="en-US" sz="2000">
                <a:solidFill>
                  <a:srgbClr val="1E3027"/>
                </a:solidFill>
                <a:latin typeface="Aptos" panose="020B0004020202020204" pitchFamily="34" charset="0"/>
              </a:rPr>
              <a:t>Checks and logs the connection status.</a:t>
            </a:r>
          </a:p>
          <a:p>
            <a:pPr algn="l" rtl="0">
              <a:lnSpc>
                <a:spcPct val="90000"/>
              </a:lnSpc>
            </a:pPr>
            <a:r>
              <a:rPr lang="en-US" sz="2000">
                <a:solidFill>
                  <a:srgbClr val="1E3027"/>
                </a:solidFill>
                <a:latin typeface="Aptos" panose="020B0004020202020204" pitchFamily="34" charset="0"/>
              </a:rPr>
              <a:t>Exports the connection object for areas, plants, users, and logs.</a:t>
            </a:r>
          </a:p>
          <a:p>
            <a:pPr algn="l" rtl="0">
              <a:lnSpc>
                <a:spcPct val="90000"/>
              </a:lnSpc>
            </a:pPr>
            <a:r>
              <a:rPr lang="en-US" sz="2000">
                <a:solidFill>
                  <a:srgbClr val="1E3027"/>
                </a:solidFill>
                <a:latin typeface="Aptos" panose="020B0004020202020204" pitchFamily="34" charset="0"/>
              </a:rPr>
              <a:t>Keeps database access consistent across the backend.</a:t>
            </a:r>
            <a:endParaRPr lang="he-IL" sz="2000" dirty="0">
              <a:solidFill>
                <a:srgbClr val="1E3027"/>
              </a:solidFill>
              <a:latin typeface="Aptos" panose="020B0004020202020204" pitchFamily="34" charset="0"/>
            </a:endParaRPr>
          </a:p>
        </p:txBody>
      </p:sp>
      <p:pic>
        <p:nvPicPr>
          <p:cNvPr id="6" name="Picture 5">
            <a:extLst>
              <a:ext uri="{FF2B5EF4-FFF2-40B4-BE49-F238E27FC236}">
                <a16:creationId xmlns:a16="http://schemas.microsoft.com/office/drawing/2014/main" id="{4543CC18-F714-8A01-763B-0E25B03DF5B7}"/>
              </a:ext>
            </a:extLst>
          </p:cNvPr>
          <p:cNvPicPr>
            <a:picLocks/>
          </p:cNvPicPr>
          <p:nvPr/>
        </p:nvPicPr>
        <p:blipFill>
          <a:blip r:embed="rId2"/>
          <a:stretch>
            <a:fillRect/>
          </a:stretch>
        </p:blipFill>
        <p:spPr>
          <a:xfrm>
            <a:off x="76200" y="2235141"/>
            <a:ext cx="5419725" cy="4521200"/>
          </a:xfrm>
          <a:prstGeom prst="rect">
            <a:avLst/>
          </a:prstGeom>
          <a:ln w="19050">
            <a:solidFill>
              <a:srgbClr val="1D7E4F"/>
            </a:solidFill>
          </a:ln>
        </p:spPr>
      </p:pic>
    </p:spTree>
    <p:extLst>
      <p:ext uri="{BB962C8B-B14F-4D97-AF65-F5344CB8AC3E}">
        <p14:creationId xmlns:p14="http://schemas.microsoft.com/office/powerpoint/2010/main" val="181247123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DAEFE1"/>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96D40E22-B9A6-66D6-C6C9-FC191FA339EA}"/>
              </a:ext>
            </a:extLst>
          </p:cNvPr>
          <p:cNvSpPr/>
          <p:nvPr/>
        </p:nvSpPr>
        <p:spPr>
          <a:xfrm>
            <a:off x="0" y="0"/>
            <a:ext cx="12192000" cy="228600"/>
          </a:xfrm>
          <a:prstGeom prst="rect">
            <a:avLst/>
          </a:prstGeom>
          <a:solidFill>
            <a:srgbClr val="1D7E4F"/>
          </a:solidFill>
          <a:ln w="15875" cap="rnd" cmpd="sng" algn="ctr">
            <a:noFill/>
            <a:prstDash val="solid"/>
          </a:ln>
          <a:effectLst/>
          <a:extLst>
            <a:ext uri="{91240B29-F687-4F45-9708-019B960494DF}">
              <a14:hiddenLine xmlns:a14="http://schemas.microsoft.com/office/drawing/2010/main" w="15875" cap="rnd"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כותרת 1">
            <a:extLst>
              <a:ext uri="{FF2B5EF4-FFF2-40B4-BE49-F238E27FC236}">
                <a16:creationId xmlns:a16="http://schemas.microsoft.com/office/drawing/2014/main" id="{E154FFD5-6B01-1EAA-DB30-3602D8A0FED6}"/>
              </a:ext>
            </a:extLst>
          </p:cNvPr>
          <p:cNvSpPr>
            <a:spLocks noGrp="1"/>
          </p:cNvSpPr>
          <p:nvPr>
            <p:ph type="title"/>
          </p:nvPr>
        </p:nvSpPr>
        <p:spPr>
          <a:xfrm>
            <a:off x="810000" y="447188"/>
            <a:ext cx="10571998" cy="970450"/>
          </a:xfrm>
        </p:spPr>
        <p:txBody>
          <a:bodyPr vert="horz" lIns="91440" tIns="45720" rIns="91440" bIns="45720" rtlCol="0" anchor="b">
            <a:normAutofit/>
          </a:bodyPr>
          <a:lstStyle/>
          <a:p>
            <a:pPr rtl="0">
              <a:lnSpc>
                <a:spcPct val="90000"/>
              </a:lnSpc>
            </a:pPr>
            <a:r>
              <a:rPr lang="en-US" sz="3400">
                <a:solidFill>
                  <a:srgbClr val="0A5237"/>
                </a:solidFill>
                <a:latin typeface="Aptos" panose="020B0004020202020204" pitchFamily="34" charset="0"/>
              </a:rPr>
              <a:t>Main modules - Config</a:t>
            </a:r>
          </a:p>
        </p:txBody>
      </p:sp>
      <p:sp>
        <p:nvSpPr>
          <p:cNvPr id="6" name="תיבת טקסט 5">
            <a:extLst>
              <a:ext uri="{FF2B5EF4-FFF2-40B4-BE49-F238E27FC236}">
                <a16:creationId xmlns:a16="http://schemas.microsoft.com/office/drawing/2014/main" id="{0888FFD0-9C2A-B241-1C9E-4B05DC9C4C97}"/>
              </a:ext>
            </a:extLst>
          </p:cNvPr>
          <p:cNvSpPr txBox="1"/>
          <p:nvPr/>
        </p:nvSpPr>
        <p:spPr>
          <a:xfrm>
            <a:off x="4495800" y="2155188"/>
            <a:ext cx="7448549" cy="3632200"/>
          </a:xfrm>
          <a:prstGeom prst="rect">
            <a:avLst/>
          </a:prstGeom>
        </p:spPr>
        <p:txBody>
          <a:bodyPr vert="horz" lIns="91440" tIns="45720" rIns="91440" bIns="45720" rtlCol="0" anchor="ctr">
            <a:normAutofit/>
          </a:bodyPr>
          <a:lstStyle/>
          <a:p>
            <a:pPr marL="285750" indent="-285750">
              <a:lnSpc>
                <a:spcPct val="90000"/>
              </a:lnSpc>
              <a:spcBef>
                <a:spcPct val="20000"/>
              </a:spcBef>
              <a:spcAft>
                <a:spcPts val="600"/>
              </a:spcAft>
              <a:buClr>
                <a:schemeClr val="accent1"/>
              </a:buClr>
              <a:buFont typeface="Wingdings 2" charset="2"/>
              <a:buChar char=""/>
            </a:pPr>
            <a:r>
              <a:rPr lang="en-US" sz="2000">
                <a:solidFill>
                  <a:srgbClr val="1E3027"/>
                </a:solidFill>
                <a:latin typeface="Aptos" panose="020B0004020202020204" pitchFamily="34" charset="0"/>
              </a:rPr>
              <a:t>The configuration layer manages environment variables and client/server settings.</a:t>
            </a:r>
          </a:p>
          <a:p>
            <a:pPr marL="285750" indent="-285750">
              <a:lnSpc>
                <a:spcPct val="90000"/>
              </a:lnSpc>
              <a:spcBef>
                <a:spcPct val="20000"/>
              </a:spcBef>
              <a:spcAft>
                <a:spcPts val="600"/>
              </a:spcAft>
              <a:buClr>
                <a:schemeClr val="accent1"/>
              </a:buClr>
              <a:buFont typeface="Wingdings 2" charset="2"/>
              <a:buChar char=""/>
            </a:pPr>
            <a:r>
              <a:rPr lang="en-US" sz="2000">
                <a:solidFill>
                  <a:srgbClr val="1E3027"/>
                </a:solidFill>
                <a:latin typeface="Aptos" panose="020B0004020202020204" pitchFamily="34" charset="0"/>
              </a:rPr>
              <a:t>The server uses dotenv for database credentials and port configuration.</a:t>
            </a:r>
          </a:p>
          <a:p>
            <a:pPr marL="285750" indent="-285750">
              <a:lnSpc>
                <a:spcPct val="90000"/>
              </a:lnSpc>
              <a:spcBef>
                <a:spcPct val="20000"/>
              </a:spcBef>
              <a:spcAft>
                <a:spcPts val="600"/>
              </a:spcAft>
              <a:buClr>
                <a:schemeClr val="accent1"/>
              </a:buClr>
              <a:buFont typeface="Wingdings 2" charset="2"/>
              <a:buChar char=""/>
            </a:pPr>
            <a:r>
              <a:rPr lang="en-US" sz="2000">
                <a:solidFill>
                  <a:srgbClr val="1E3027"/>
                </a:solidFill>
                <a:latin typeface="Aptos" panose="020B0004020202020204" pitchFamily="34" charset="0"/>
              </a:rPr>
              <a:t>The client uses config.js to keep API URLs centralized.</a:t>
            </a:r>
          </a:p>
          <a:p>
            <a:pPr marL="285750" indent="-285750">
              <a:lnSpc>
                <a:spcPct val="90000"/>
              </a:lnSpc>
              <a:spcBef>
                <a:spcPct val="20000"/>
              </a:spcBef>
              <a:spcAft>
                <a:spcPts val="600"/>
              </a:spcAft>
              <a:buClr>
                <a:schemeClr val="accent1"/>
              </a:buClr>
              <a:buFont typeface="Wingdings 2" charset="2"/>
              <a:buChar char=""/>
            </a:pPr>
            <a:r>
              <a:rPr lang="en-US" sz="2000">
                <a:solidFill>
                  <a:srgbClr val="1E3027"/>
                </a:solidFill>
                <a:latin typeface="Aptos" panose="020B0004020202020204" pitchFamily="34" charset="0"/>
              </a:rPr>
              <a:t>Upload paths are defined in the server and served through /uploads.</a:t>
            </a:r>
          </a:p>
          <a:p>
            <a:pPr marL="285750" indent="-285750">
              <a:lnSpc>
                <a:spcPct val="90000"/>
              </a:lnSpc>
              <a:spcBef>
                <a:spcPct val="20000"/>
              </a:spcBef>
              <a:spcAft>
                <a:spcPts val="600"/>
              </a:spcAft>
              <a:buClr>
                <a:schemeClr val="accent1"/>
              </a:buClr>
              <a:buFont typeface="Wingdings 2" charset="2"/>
              <a:buChar char=""/>
            </a:pPr>
            <a:r>
              <a:rPr lang="en-US" sz="2000">
                <a:solidFill>
                  <a:srgbClr val="1E3027"/>
                </a:solidFill>
                <a:latin typeface="Aptos" panose="020B0004020202020204" pitchFamily="34" charset="0"/>
              </a:rPr>
              <a:t>This avoids hard-coded values across components and routes.</a:t>
            </a:r>
            <a:endParaRPr lang="en-US" sz="2000" dirty="0">
              <a:solidFill>
                <a:srgbClr val="1E3027"/>
              </a:solidFill>
              <a:latin typeface="Aptos" panose="020B0004020202020204" pitchFamily="34" charset="0"/>
            </a:endParaRPr>
          </a:p>
        </p:txBody>
      </p:sp>
      <p:pic>
        <p:nvPicPr>
          <p:cNvPr id="4" name="Picture 3">
            <a:extLst>
              <a:ext uri="{FF2B5EF4-FFF2-40B4-BE49-F238E27FC236}">
                <a16:creationId xmlns:a16="http://schemas.microsoft.com/office/drawing/2014/main" id="{5E12AFBB-6E28-6909-47C9-D21762C16D61}"/>
              </a:ext>
            </a:extLst>
          </p:cNvPr>
          <p:cNvPicPr>
            <a:picLocks/>
          </p:cNvPicPr>
          <p:nvPr/>
        </p:nvPicPr>
        <p:blipFill>
          <a:blip r:embed="rId2"/>
          <a:stretch>
            <a:fillRect/>
          </a:stretch>
        </p:blipFill>
        <p:spPr>
          <a:xfrm>
            <a:off x="1" y="2488563"/>
            <a:ext cx="4000500" cy="2547623"/>
          </a:xfrm>
          <a:prstGeom prst="rect">
            <a:avLst/>
          </a:prstGeom>
          <a:ln w="19050">
            <a:solidFill>
              <a:srgbClr val="1D7E4F"/>
            </a:solidFill>
          </a:ln>
        </p:spPr>
      </p:pic>
    </p:spTree>
    <p:extLst>
      <p:ext uri="{BB962C8B-B14F-4D97-AF65-F5344CB8AC3E}">
        <p14:creationId xmlns:p14="http://schemas.microsoft.com/office/powerpoint/2010/main" val="144217921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DAEFE1"/>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C80CBE8B-87D8-D8CA-22D6-254E4ABB2BF7}"/>
              </a:ext>
            </a:extLst>
          </p:cNvPr>
          <p:cNvSpPr/>
          <p:nvPr/>
        </p:nvSpPr>
        <p:spPr>
          <a:xfrm>
            <a:off x="0" y="0"/>
            <a:ext cx="12192000" cy="228600"/>
          </a:xfrm>
          <a:prstGeom prst="rect">
            <a:avLst/>
          </a:prstGeom>
          <a:solidFill>
            <a:srgbClr val="1D7E4F"/>
          </a:solidFill>
          <a:ln w="15875" cap="rnd" cmpd="sng" algn="ctr">
            <a:noFill/>
            <a:prstDash val="solid"/>
          </a:ln>
          <a:effectLst/>
          <a:extLst>
            <a:ext uri="{91240B29-F687-4F45-9708-019B960494DF}">
              <a14:hiddenLine xmlns:a14="http://schemas.microsoft.com/office/drawing/2010/main" w="15875" cap="rnd"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כותרת 1">
            <a:extLst>
              <a:ext uri="{FF2B5EF4-FFF2-40B4-BE49-F238E27FC236}">
                <a16:creationId xmlns:a16="http://schemas.microsoft.com/office/drawing/2014/main" id="{B3137299-565D-E9F3-A2CE-6DD48EE2A665}"/>
              </a:ext>
            </a:extLst>
          </p:cNvPr>
          <p:cNvSpPr>
            <a:spLocks noGrp="1"/>
          </p:cNvSpPr>
          <p:nvPr>
            <p:ph type="title"/>
          </p:nvPr>
        </p:nvSpPr>
        <p:spPr>
          <a:xfrm>
            <a:off x="810000" y="447188"/>
            <a:ext cx="10571998" cy="970450"/>
          </a:xfrm>
        </p:spPr>
        <p:txBody>
          <a:bodyPr>
            <a:normAutofit/>
          </a:bodyPr>
          <a:lstStyle/>
          <a:p>
            <a:pPr>
              <a:lnSpc>
                <a:spcPct val="90000"/>
              </a:lnSpc>
            </a:pPr>
            <a:r>
              <a:rPr lang="en-US" sz="3400">
                <a:solidFill>
                  <a:srgbClr val="0A5237"/>
                </a:solidFill>
                <a:latin typeface="Aptos" panose="020B0004020202020204" pitchFamily="34" charset="0"/>
              </a:rPr>
              <a:t>Main modules - Controllers</a:t>
            </a:r>
            <a:endParaRPr lang="he-IL" sz="3400">
              <a:solidFill>
                <a:srgbClr val="0A5237"/>
              </a:solidFill>
              <a:latin typeface="Aptos" panose="020B0004020202020204" pitchFamily="34" charset="0"/>
            </a:endParaRPr>
          </a:p>
        </p:txBody>
      </p:sp>
      <p:sp>
        <p:nvSpPr>
          <p:cNvPr id="3" name="מציין מיקום תוכן 2">
            <a:extLst>
              <a:ext uri="{FF2B5EF4-FFF2-40B4-BE49-F238E27FC236}">
                <a16:creationId xmlns:a16="http://schemas.microsoft.com/office/drawing/2014/main" id="{DCFA301A-C885-C742-6D2D-D68EA3E52BC2}"/>
              </a:ext>
            </a:extLst>
          </p:cNvPr>
          <p:cNvSpPr>
            <a:spLocks noGrp="1"/>
          </p:cNvSpPr>
          <p:nvPr>
            <p:ph idx="1"/>
          </p:nvPr>
        </p:nvSpPr>
        <p:spPr>
          <a:xfrm>
            <a:off x="6700988" y="2274396"/>
            <a:ext cx="5204500" cy="3632200"/>
          </a:xfrm>
        </p:spPr>
        <p:txBody>
          <a:bodyPr>
            <a:normAutofit/>
          </a:bodyPr>
          <a:lstStyle/>
          <a:p>
            <a:pPr marL="0" indent="0" algn="l" rtl="0">
              <a:buNone/>
            </a:pPr>
            <a:r>
              <a:rPr lang="en-US" sz="2000">
                <a:solidFill>
                  <a:srgbClr val="1E3027"/>
                </a:solidFill>
                <a:latin typeface="Aptos" panose="020B0004020202020204" pitchFamily="34" charset="0"/>
              </a:rPr>
              <a:t>The controller receives HTTP requests from the frontend, checks authentication and permissions, validates the data, performs database operations, writes audit entries, and sends an appropriate JSON response back to the client.</a:t>
            </a:r>
            <a:endParaRPr lang="he-IL" sz="2000" dirty="0">
              <a:solidFill>
                <a:srgbClr val="1E3027"/>
              </a:solidFill>
              <a:latin typeface="Aptos" panose="020B0004020202020204" pitchFamily="34" charset="0"/>
            </a:endParaRPr>
          </a:p>
        </p:txBody>
      </p:sp>
      <p:pic>
        <p:nvPicPr>
          <p:cNvPr id="6" name="Picture 5">
            <a:extLst>
              <a:ext uri="{FF2B5EF4-FFF2-40B4-BE49-F238E27FC236}">
                <a16:creationId xmlns:a16="http://schemas.microsoft.com/office/drawing/2014/main" id="{F5BAE65D-92B3-0F74-67D9-7CC5F8242D31}"/>
              </a:ext>
            </a:extLst>
          </p:cNvPr>
          <p:cNvPicPr>
            <a:picLocks/>
          </p:cNvPicPr>
          <p:nvPr/>
        </p:nvPicPr>
        <p:blipFill>
          <a:blip r:embed="rId2"/>
          <a:stretch>
            <a:fillRect/>
          </a:stretch>
        </p:blipFill>
        <p:spPr>
          <a:xfrm>
            <a:off x="382646" y="2509253"/>
            <a:ext cx="5108368" cy="3716338"/>
          </a:xfrm>
          <a:prstGeom prst="rect">
            <a:avLst/>
          </a:prstGeom>
          <a:ln w="19050">
            <a:solidFill>
              <a:srgbClr val="1D7E4F"/>
            </a:solidFill>
          </a:ln>
        </p:spPr>
      </p:pic>
    </p:spTree>
    <p:extLst>
      <p:ext uri="{BB962C8B-B14F-4D97-AF65-F5344CB8AC3E}">
        <p14:creationId xmlns:p14="http://schemas.microsoft.com/office/powerpoint/2010/main" val="235856404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DAEFE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40198EA0-0EC4-5FEE-4822-878C8F4FF164}"/>
              </a:ext>
            </a:extLst>
          </p:cNvPr>
          <p:cNvSpPr/>
          <p:nvPr/>
        </p:nvSpPr>
        <p:spPr>
          <a:xfrm>
            <a:off x="0" y="0"/>
            <a:ext cx="12192000" cy="228600"/>
          </a:xfrm>
          <a:prstGeom prst="rect">
            <a:avLst/>
          </a:prstGeom>
          <a:solidFill>
            <a:srgbClr val="1D7E4F"/>
          </a:solidFill>
          <a:ln w="15875" cap="rnd" cmpd="sng" algn="ctr">
            <a:noFill/>
            <a:prstDash val="solid"/>
          </a:ln>
          <a:effectLst/>
          <a:extLst>
            <a:ext uri="{91240B29-F687-4F45-9708-019B960494DF}">
              <a14:hiddenLine xmlns:a14="http://schemas.microsoft.com/office/drawing/2010/main" w="15875" cap="rnd"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כותרת 1">
            <a:extLst>
              <a:ext uri="{FF2B5EF4-FFF2-40B4-BE49-F238E27FC236}">
                <a16:creationId xmlns:a16="http://schemas.microsoft.com/office/drawing/2014/main" id="{33C3EEFF-0E8E-A010-7B3D-81DBE4514584}"/>
              </a:ext>
            </a:extLst>
          </p:cNvPr>
          <p:cNvSpPr>
            <a:spLocks noGrp="1"/>
          </p:cNvSpPr>
          <p:nvPr>
            <p:ph type="title"/>
          </p:nvPr>
        </p:nvSpPr>
        <p:spPr>
          <a:xfrm>
            <a:off x="809999" y="447187"/>
            <a:ext cx="9362701" cy="1562587"/>
          </a:xfrm>
        </p:spPr>
        <p:txBody>
          <a:bodyPr/>
          <a:lstStyle/>
          <a:p>
            <a:r>
              <a:rPr lang="en-US" sz="3400">
                <a:solidFill>
                  <a:srgbClr val="0A5237"/>
                </a:solidFill>
                <a:latin typeface="Aptos" panose="020B0004020202020204" pitchFamily="34" charset="0"/>
              </a:rPr>
              <a:t>Main modules - Models</a:t>
            </a:r>
            <a:endParaRPr lang="he-IL" sz="3400" dirty="0">
              <a:solidFill>
                <a:srgbClr val="0A5237"/>
              </a:solidFill>
              <a:latin typeface="Aptos" panose="020B0004020202020204" pitchFamily="34" charset="0"/>
            </a:endParaRPr>
          </a:p>
        </p:txBody>
      </p:sp>
      <p:sp>
        <p:nvSpPr>
          <p:cNvPr id="5" name="מציין מיקום תוכן 4">
            <a:extLst>
              <a:ext uri="{FF2B5EF4-FFF2-40B4-BE49-F238E27FC236}">
                <a16:creationId xmlns:a16="http://schemas.microsoft.com/office/drawing/2014/main" id="{F11CC157-9166-03AA-4C7F-2CABCB228AD7}"/>
              </a:ext>
            </a:extLst>
          </p:cNvPr>
          <p:cNvSpPr>
            <a:spLocks noGrp="1"/>
          </p:cNvSpPr>
          <p:nvPr>
            <p:ph idx="1"/>
          </p:nvPr>
        </p:nvSpPr>
        <p:spPr>
          <a:xfrm>
            <a:off x="5918016" y="1962443"/>
            <a:ext cx="6273984" cy="4188526"/>
          </a:xfrm>
        </p:spPr>
        <p:txBody>
          <a:bodyPr>
            <a:noAutofit/>
          </a:bodyPr>
          <a:lstStyle/>
          <a:p>
            <a:pPr marL="457200" indent="-457200" algn="l" rtl="0">
              <a:buFont typeface="+mj-lt"/>
              <a:buAutoNum type="arabicPeriod"/>
            </a:pPr>
            <a:r>
              <a:rPr lang="en-US" sz="2000" b="1">
                <a:solidFill>
                  <a:srgbClr val="1E3027"/>
                </a:solidFill>
                <a:latin typeface="Aptos" panose="020B0004020202020204" pitchFamily="34" charset="0"/>
              </a:rPr>
              <a:t>The model layer is responsible for core data operations in the system:</a:t>
            </a:r>
          </a:p>
          <a:p>
            <a:pPr marL="457200" indent="-457200" algn="l" rtl="0">
              <a:buFont typeface="+mj-lt"/>
              <a:buAutoNum type="arabicPeriod"/>
            </a:pPr>
            <a:r>
              <a:rPr lang="en-US" sz="2000" b="1">
                <a:solidFill>
                  <a:srgbClr val="1E3027"/>
                </a:solidFill>
                <a:latin typeface="Aptos" panose="020B0004020202020204" pitchFamily="34" charset="0"/>
              </a:rPr>
              <a:t>Communicating with the MySQL database.</a:t>
            </a:r>
          </a:p>
          <a:p>
            <a:pPr marL="457200" indent="-457200" algn="l" rtl="0">
              <a:buFont typeface="+mj-lt"/>
              <a:buAutoNum type="arabicPeriod"/>
            </a:pPr>
            <a:r>
              <a:rPr lang="en-US" sz="2000" b="1">
                <a:solidFill>
                  <a:srgbClr val="1E3027"/>
                </a:solidFill>
                <a:latin typeface="Aptos" panose="020B0004020202020204" pitchFamily="34" charset="0"/>
              </a:rPr>
              <a:t>Handling data validation for users, areas, and plants.</a:t>
            </a:r>
          </a:p>
          <a:p>
            <a:pPr marL="457200" indent="-457200" algn="l" rtl="0">
              <a:buFont typeface="+mj-lt"/>
              <a:buAutoNum type="arabicPeriod"/>
            </a:pPr>
            <a:r>
              <a:rPr lang="en-US" sz="2000" b="1">
                <a:solidFill>
                  <a:srgbClr val="1E3027"/>
                </a:solidFill>
                <a:latin typeface="Aptos" panose="020B0004020202020204" pitchFamily="34" charset="0"/>
              </a:rPr>
              <a:t>Managing relationships between users, area permissions, and plant records.</a:t>
            </a:r>
          </a:p>
          <a:p>
            <a:pPr marL="457200" indent="-457200" algn="l" rtl="0">
              <a:buFont typeface="+mj-lt"/>
              <a:buAutoNum type="arabicPeriod"/>
            </a:pPr>
            <a:r>
              <a:rPr lang="en-US" sz="2000" b="1">
                <a:solidFill>
                  <a:srgbClr val="1E3027"/>
                </a:solidFill>
                <a:latin typeface="Aptos" panose="020B0004020202020204" pitchFamily="34" charset="0"/>
              </a:rPr>
              <a:t>Checking map or image coordinates before saving plants.</a:t>
            </a:r>
          </a:p>
          <a:p>
            <a:pPr marL="457200" indent="-457200" algn="l" rtl="0">
              <a:buFont typeface="+mj-lt"/>
              <a:buAutoNum type="arabicPeriod"/>
            </a:pPr>
            <a:r>
              <a:rPr lang="en-US" sz="2000" b="1">
                <a:solidFill>
                  <a:srgbClr val="1E3027"/>
                </a:solidFill>
                <a:latin typeface="Aptos" panose="020B0004020202020204" pitchFamily="34" charset="0"/>
              </a:rPr>
              <a:t>Performing audit logging for every important create, update, delete, and login action.</a:t>
            </a:r>
          </a:p>
          <a:p>
            <a:pPr marL="457200" indent="-457200" algn="l" rtl="0">
              <a:buFont typeface="+mj-lt"/>
              <a:buAutoNum type="arabicPeriod"/>
            </a:pPr>
            <a:r>
              <a:rPr lang="en-US" sz="2000" b="1">
                <a:solidFill>
                  <a:srgbClr val="1E3027"/>
                </a:solidFill>
                <a:latin typeface="Aptos" panose="020B0004020202020204" pitchFamily="34" charset="0"/>
              </a:rPr>
              <a:t>Supporting the full HTTP request-response cycle.</a:t>
            </a:r>
            <a:endParaRPr lang="he-IL" sz="2000" dirty="0">
              <a:solidFill>
                <a:srgbClr val="1E3027"/>
              </a:solidFill>
              <a:latin typeface="Aptos" panose="020B0004020202020204" pitchFamily="34" charset="0"/>
            </a:endParaRPr>
          </a:p>
        </p:txBody>
      </p:sp>
      <p:pic>
        <p:nvPicPr>
          <p:cNvPr id="4" name="Picture 3">
            <a:extLst>
              <a:ext uri="{FF2B5EF4-FFF2-40B4-BE49-F238E27FC236}">
                <a16:creationId xmlns:a16="http://schemas.microsoft.com/office/drawing/2014/main" id="{64D3D5D6-FFE9-209D-8873-D2C84E9DCC30}"/>
              </a:ext>
            </a:extLst>
          </p:cNvPr>
          <p:cNvPicPr>
            <a:picLocks/>
          </p:cNvPicPr>
          <p:nvPr/>
        </p:nvPicPr>
        <p:blipFill>
          <a:blip r:embed="rId2"/>
          <a:stretch>
            <a:fillRect/>
          </a:stretch>
        </p:blipFill>
        <p:spPr>
          <a:xfrm>
            <a:off x="274752" y="1962443"/>
            <a:ext cx="4349924" cy="2471823"/>
          </a:xfrm>
          <a:prstGeom prst="rect">
            <a:avLst/>
          </a:prstGeom>
          <a:ln w="19050">
            <a:solidFill>
              <a:srgbClr val="1D7E4F"/>
            </a:solidFill>
          </a:ln>
        </p:spPr>
      </p:pic>
      <p:pic>
        <p:nvPicPr>
          <p:cNvPr id="9" name="Picture 8">
            <a:extLst>
              <a:ext uri="{FF2B5EF4-FFF2-40B4-BE49-F238E27FC236}">
                <a16:creationId xmlns:a16="http://schemas.microsoft.com/office/drawing/2014/main" id="{93B106E9-181D-E215-EB51-A8B7378BC379}"/>
              </a:ext>
            </a:extLst>
          </p:cNvPr>
          <p:cNvPicPr>
            <a:picLocks/>
          </p:cNvPicPr>
          <p:nvPr/>
        </p:nvPicPr>
        <p:blipFill>
          <a:blip r:embed="rId3"/>
          <a:stretch>
            <a:fillRect/>
          </a:stretch>
        </p:blipFill>
        <p:spPr>
          <a:xfrm>
            <a:off x="274752" y="4489704"/>
            <a:ext cx="4074488" cy="2368296"/>
          </a:xfrm>
          <a:prstGeom prst="rect">
            <a:avLst/>
          </a:prstGeom>
          <a:ln w="19050">
            <a:solidFill>
              <a:srgbClr val="1D7E4F"/>
            </a:solidFill>
          </a:ln>
        </p:spPr>
      </p:pic>
    </p:spTree>
    <p:extLst>
      <p:ext uri="{BB962C8B-B14F-4D97-AF65-F5344CB8AC3E}">
        <p14:creationId xmlns:p14="http://schemas.microsoft.com/office/powerpoint/2010/main" val="180219120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DAEFE1"/>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AF20AE78-0D27-DB03-3948-348885503CCA}"/>
              </a:ext>
            </a:extLst>
          </p:cNvPr>
          <p:cNvSpPr/>
          <p:nvPr/>
        </p:nvSpPr>
        <p:spPr>
          <a:xfrm>
            <a:off x="0" y="0"/>
            <a:ext cx="12192000" cy="228600"/>
          </a:xfrm>
          <a:prstGeom prst="rect">
            <a:avLst/>
          </a:prstGeom>
          <a:solidFill>
            <a:srgbClr val="1D7E4F"/>
          </a:solidFill>
          <a:ln w="15875" cap="rnd" cmpd="sng" algn="ctr">
            <a:noFill/>
            <a:prstDash val="solid"/>
          </a:ln>
          <a:effectLst/>
          <a:extLst>
            <a:ext uri="{91240B29-F687-4F45-9708-019B960494DF}">
              <a14:hiddenLine xmlns:a14="http://schemas.microsoft.com/office/drawing/2010/main" w="15875" cap="rnd"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Freeform 6">
            <a:extLst>
              <a:ext uri="{FF2B5EF4-FFF2-40B4-BE49-F238E27FC236}">
                <a16:creationId xmlns:a16="http://schemas.microsoft.com/office/drawing/2014/main" id="{133F8CB7-795C-4272-9073-64D8CF97F22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0" y="-3175"/>
            <a:ext cx="12192000" cy="5203825"/>
          </a:xfrm>
          <a:custGeom>
            <a:avLst/>
            <a:gdLst/>
            <a:ahLst/>
            <a:cxnLst/>
            <a:rect l="0" t="0" r="r" b="b"/>
            <a:pathLst>
              <a:path w="5760" h="3278">
                <a:moveTo>
                  <a:pt x="5760" y="0"/>
                </a:moveTo>
                <a:lnTo>
                  <a:pt x="0" y="0"/>
                </a:lnTo>
                <a:lnTo>
                  <a:pt x="0" y="3090"/>
                </a:lnTo>
                <a:lnTo>
                  <a:pt x="943" y="3090"/>
                </a:lnTo>
                <a:lnTo>
                  <a:pt x="1123" y="3270"/>
                </a:lnTo>
                <a:lnTo>
                  <a:pt x="1123" y="3270"/>
                </a:lnTo>
                <a:lnTo>
                  <a:pt x="1127" y="3272"/>
                </a:lnTo>
                <a:lnTo>
                  <a:pt x="1133" y="3275"/>
                </a:lnTo>
                <a:lnTo>
                  <a:pt x="1139" y="3278"/>
                </a:lnTo>
                <a:lnTo>
                  <a:pt x="1144" y="3278"/>
                </a:lnTo>
                <a:lnTo>
                  <a:pt x="1150" y="3278"/>
                </a:lnTo>
                <a:lnTo>
                  <a:pt x="1155" y="3275"/>
                </a:lnTo>
                <a:lnTo>
                  <a:pt x="1161" y="3272"/>
                </a:lnTo>
                <a:lnTo>
                  <a:pt x="1165" y="3270"/>
                </a:lnTo>
                <a:lnTo>
                  <a:pt x="1345" y="3090"/>
                </a:lnTo>
                <a:lnTo>
                  <a:pt x="5760" y="3090"/>
                </a:lnTo>
                <a:lnTo>
                  <a:pt x="5760" y="0"/>
                </a:lnTo>
                <a:close/>
              </a:path>
            </a:pathLst>
          </a:custGeom>
          <a:ln/>
          <a:effectLst/>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txBody>
          <a:bodyPr/>
          <a:lstStyle/>
          <a:p>
            <a:endParaRPr lang="he-IL"/>
          </a:p>
        </p:txBody>
      </p:sp>
      <p:sp>
        <p:nvSpPr>
          <p:cNvPr id="21" name="Rectangle 20">
            <a:extLst>
              <a:ext uri="{FF2B5EF4-FFF2-40B4-BE49-F238E27FC236}">
                <a16:creationId xmlns:a16="http://schemas.microsoft.com/office/drawing/2014/main" id="{79277119-B941-4A45-9322-FA2BC135DE6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Freeform 23">
            <a:extLst>
              <a:ext uri="{FF2B5EF4-FFF2-40B4-BE49-F238E27FC236}">
                <a16:creationId xmlns:a16="http://schemas.microsoft.com/office/drawing/2014/main" id="{DFDB457D-F372-428B-A10D-41080EF9382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flipH="1">
            <a:off x="7554995" y="0"/>
            <a:ext cx="4637005" cy="6858000"/>
          </a:xfrm>
          <a:custGeom>
            <a:avLst/>
            <a:gdLst>
              <a:gd name="connsiteX0" fmla="*/ 0 w 4637005"/>
              <a:gd name="connsiteY0" fmla="*/ 0 h 6858000"/>
              <a:gd name="connsiteX1" fmla="*/ 4637005 w 4637005"/>
              <a:gd name="connsiteY1" fmla="*/ 0 h 6858000"/>
              <a:gd name="connsiteX2" fmla="*/ 4637005 w 4637005"/>
              <a:gd name="connsiteY2" fmla="*/ 1900238 h 6858000"/>
              <a:gd name="connsiteX3" fmla="*/ 4266589 w 4637005"/>
              <a:gd name="connsiteY3" fmla="*/ 2178050 h 6858000"/>
              <a:gd name="connsiteX4" fmla="*/ 4262355 w 4637005"/>
              <a:gd name="connsiteY4" fmla="*/ 2184400 h 6858000"/>
              <a:gd name="connsiteX5" fmla="*/ 4256005 w 4637005"/>
              <a:gd name="connsiteY5" fmla="*/ 2193925 h 6858000"/>
              <a:gd name="connsiteX6" fmla="*/ 4249655 w 4637005"/>
              <a:gd name="connsiteY6" fmla="*/ 2201863 h 6858000"/>
              <a:gd name="connsiteX7" fmla="*/ 4249655 w 4637005"/>
              <a:gd name="connsiteY7" fmla="*/ 2211388 h 6858000"/>
              <a:gd name="connsiteX8" fmla="*/ 4249655 w 4637005"/>
              <a:gd name="connsiteY8" fmla="*/ 2220913 h 6858000"/>
              <a:gd name="connsiteX9" fmla="*/ 4256005 w 4637005"/>
              <a:gd name="connsiteY9" fmla="*/ 2228850 h 6858000"/>
              <a:gd name="connsiteX10" fmla="*/ 4262355 w 4637005"/>
              <a:gd name="connsiteY10" fmla="*/ 2238375 h 6858000"/>
              <a:gd name="connsiteX11" fmla="*/ 4266589 w 4637005"/>
              <a:gd name="connsiteY11" fmla="*/ 2244725 h 6858000"/>
              <a:gd name="connsiteX12" fmla="*/ 4637005 w 4637005"/>
              <a:gd name="connsiteY12" fmla="*/ 2522538 h 6858000"/>
              <a:gd name="connsiteX13" fmla="*/ 4637005 w 4637005"/>
              <a:gd name="connsiteY13" fmla="*/ 6858000 h 6858000"/>
              <a:gd name="connsiteX14" fmla="*/ 0 w 4637005"/>
              <a:gd name="connsiteY14"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4637005" h="6858000">
                <a:moveTo>
                  <a:pt x="0" y="0"/>
                </a:moveTo>
                <a:lnTo>
                  <a:pt x="4637005" y="0"/>
                </a:lnTo>
                <a:lnTo>
                  <a:pt x="4637005" y="1900238"/>
                </a:lnTo>
                <a:lnTo>
                  <a:pt x="4266589" y="2178050"/>
                </a:lnTo>
                <a:lnTo>
                  <a:pt x="4262355" y="2184400"/>
                </a:lnTo>
                <a:lnTo>
                  <a:pt x="4256005" y="2193925"/>
                </a:lnTo>
                <a:lnTo>
                  <a:pt x="4249655" y="2201863"/>
                </a:lnTo>
                <a:lnTo>
                  <a:pt x="4249655" y="2211388"/>
                </a:lnTo>
                <a:lnTo>
                  <a:pt x="4249655" y="2220913"/>
                </a:lnTo>
                <a:lnTo>
                  <a:pt x="4256005" y="2228850"/>
                </a:lnTo>
                <a:lnTo>
                  <a:pt x="4262355" y="2238375"/>
                </a:lnTo>
                <a:lnTo>
                  <a:pt x="4266589" y="2244725"/>
                </a:lnTo>
                <a:lnTo>
                  <a:pt x="4637005" y="2522538"/>
                </a:lnTo>
                <a:lnTo>
                  <a:pt x="4637005" y="6858000"/>
                </a:lnTo>
                <a:lnTo>
                  <a:pt x="0" y="6858000"/>
                </a:lnTo>
                <a:close/>
              </a:path>
            </a:pathLst>
          </a:custGeom>
          <a:blipFill>
            <a:blip r:embed="rId2">
              <a:duotone>
                <a:schemeClr val="accent1">
                  <a:tint val="98000"/>
                  <a:lumMod val="102000"/>
                </a:schemeClr>
                <a:schemeClr val="accent1">
                  <a:shade val="98000"/>
                  <a:lumMod val="98000"/>
                </a:schemeClr>
              </a:duotone>
            </a:blip>
            <a:tile tx="0" ty="0" sx="100000" sy="100000" flip="none" algn="tl"/>
          </a:blipFill>
          <a:ln>
            <a:headEnd/>
            <a:tailEnd/>
          </a:ln>
        </p:spPr>
        <p:style>
          <a:lnRef idx="1">
            <a:schemeClr val="accent1"/>
          </a:lnRef>
          <a:fillRef idx="3">
            <a:schemeClr val="accent1"/>
          </a:fillRef>
          <a:effectRef idx="2">
            <a:schemeClr val="accent1"/>
          </a:effectRef>
          <a:fontRef idx="minor">
            <a:schemeClr val="lt1"/>
          </a:fontRef>
        </p:style>
        <p:txBody>
          <a:bodyPr wrap="square" rtlCol="0" anchor="ctr">
            <a:noAutofit/>
          </a:bodyPr>
          <a:lstStyle/>
          <a:p>
            <a:pPr algn="ctr"/>
            <a:endParaRPr lang="en-US"/>
          </a:p>
        </p:txBody>
      </p:sp>
      <p:sp>
        <p:nvSpPr>
          <p:cNvPr id="2" name="כותרת 1">
            <a:extLst>
              <a:ext uri="{FF2B5EF4-FFF2-40B4-BE49-F238E27FC236}">
                <a16:creationId xmlns:a16="http://schemas.microsoft.com/office/drawing/2014/main" id="{3E5EF9EC-DEB1-797C-8E98-4E0D76D5211E}"/>
              </a:ext>
            </a:extLst>
          </p:cNvPr>
          <p:cNvSpPr>
            <a:spLocks noGrp="1"/>
          </p:cNvSpPr>
          <p:nvPr>
            <p:ph type="title"/>
          </p:nvPr>
        </p:nvSpPr>
        <p:spPr>
          <a:xfrm>
            <a:off x="8134349" y="1819275"/>
            <a:ext cx="3606137" cy="4222087"/>
          </a:xfrm>
        </p:spPr>
        <p:txBody>
          <a:bodyPr vert="horz" lIns="91440" tIns="45720" rIns="91440" bIns="45720" rtlCol="0" anchor="t">
            <a:normAutofit/>
          </a:bodyPr>
          <a:lstStyle/>
          <a:p>
            <a:pPr rtl="0"/>
            <a:r>
              <a:rPr lang="en-US" sz="3400" u="sng">
                <a:solidFill>
                  <a:srgbClr val="0A5237"/>
                </a:solidFill>
                <a:latin typeface="Aptos" panose="020B0004020202020204" pitchFamily="34" charset="0"/>
              </a:rPr>
              <a:t>Main products:  </a:t>
            </a:r>
            <a:br>
              <a:rPr lang="en-US" sz="3400" u="sng">
                <a:solidFill>
                  <a:srgbClr val="0A5237"/>
                </a:solidFill>
                <a:latin typeface="Aptos" panose="020B0004020202020204" pitchFamily="34" charset="0"/>
              </a:rPr>
            </a:br>
            <a:r>
              <a:rPr lang="en-US" sz="3400" u="sng">
                <a:solidFill>
                  <a:srgbClr val="0A5237"/>
                </a:solidFill>
                <a:latin typeface="Aptos" panose="020B0004020202020204" pitchFamily="34" charset="0"/>
              </a:rPr>
              <a:t>Home Page – Before Login</a:t>
            </a:r>
            <a:endParaRPr lang="en-US" sz="3400" dirty="0">
              <a:solidFill>
                <a:srgbClr val="0A5237"/>
              </a:solidFill>
              <a:latin typeface="Aptos" panose="020B0004020202020204" pitchFamily="34" charset="0"/>
            </a:endParaRPr>
          </a:p>
        </p:txBody>
      </p:sp>
      <p:pic>
        <p:nvPicPr>
          <p:cNvPr id="5" name="Picture 4">
            <a:extLst>
              <a:ext uri="{FF2B5EF4-FFF2-40B4-BE49-F238E27FC236}">
                <a16:creationId xmlns:a16="http://schemas.microsoft.com/office/drawing/2014/main" id="{67E58A84-9F13-45C2-9B46-E608E3E0930C}"/>
              </a:ext>
            </a:extLst>
          </p:cNvPr>
          <p:cNvPicPr>
            <a:picLocks/>
          </p:cNvPicPr>
          <p:nvPr/>
        </p:nvPicPr>
        <p:blipFill>
          <a:blip r:embed="rId3"/>
          <a:stretch>
            <a:fillRect/>
          </a:stretch>
        </p:blipFill>
        <p:spPr>
          <a:xfrm>
            <a:off x="643467" y="1704884"/>
            <a:ext cx="6268060" cy="3275061"/>
          </a:xfrm>
          <a:prstGeom prst="rect">
            <a:avLst/>
          </a:prstGeom>
          <a:ln w="19050">
            <a:solidFill>
              <a:srgbClr val="1D7E4F"/>
            </a:solidFill>
          </a:ln>
        </p:spPr>
      </p:pic>
    </p:spTree>
    <p:extLst>
      <p:ext uri="{BB962C8B-B14F-4D97-AF65-F5344CB8AC3E}">
        <p14:creationId xmlns:p14="http://schemas.microsoft.com/office/powerpoint/2010/main" val="110600689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DAEFE1"/>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481F833B-7242-0AD2-68A8-F0F687C6F852}"/>
              </a:ext>
            </a:extLst>
          </p:cNvPr>
          <p:cNvSpPr/>
          <p:nvPr/>
        </p:nvSpPr>
        <p:spPr>
          <a:xfrm>
            <a:off x="0" y="0"/>
            <a:ext cx="12192000" cy="228600"/>
          </a:xfrm>
          <a:prstGeom prst="rect">
            <a:avLst/>
          </a:prstGeom>
          <a:solidFill>
            <a:srgbClr val="1D7E4F"/>
          </a:solidFill>
          <a:ln w="15875" cap="rnd" cmpd="sng" algn="ctr">
            <a:noFill/>
            <a:prstDash val="solid"/>
          </a:ln>
          <a:effectLst/>
          <a:extLst>
            <a:ext uri="{91240B29-F687-4F45-9708-019B960494DF}">
              <a14:hiddenLine xmlns:a14="http://schemas.microsoft.com/office/drawing/2010/main" w="15875" cap="rnd"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6">
            <a:extLst>
              <a:ext uri="{FF2B5EF4-FFF2-40B4-BE49-F238E27FC236}">
                <a16:creationId xmlns:a16="http://schemas.microsoft.com/office/drawing/2014/main" id="{133F8CB7-795C-4272-9073-64D8CF97F22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0" y="-3175"/>
            <a:ext cx="12192000" cy="5203825"/>
          </a:xfrm>
          <a:custGeom>
            <a:avLst/>
            <a:gdLst/>
            <a:ahLst/>
            <a:cxnLst/>
            <a:rect l="0" t="0" r="r" b="b"/>
            <a:pathLst>
              <a:path w="5760" h="3278">
                <a:moveTo>
                  <a:pt x="5760" y="0"/>
                </a:moveTo>
                <a:lnTo>
                  <a:pt x="0" y="0"/>
                </a:lnTo>
                <a:lnTo>
                  <a:pt x="0" y="3090"/>
                </a:lnTo>
                <a:lnTo>
                  <a:pt x="943" y="3090"/>
                </a:lnTo>
                <a:lnTo>
                  <a:pt x="1123" y="3270"/>
                </a:lnTo>
                <a:lnTo>
                  <a:pt x="1123" y="3270"/>
                </a:lnTo>
                <a:lnTo>
                  <a:pt x="1127" y="3272"/>
                </a:lnTo>
                <a:lnTo>
                  <a:pt x="1133" y="3275"/>
                </a:lnTo>
                <a:lnTo>
                  <a:pt x="1139" y="3278"/>
                </a:lnTo>
                <a:lnTo>
                  <a:pt x="1144" y="3278"/>
                </a:lnTo>
                <a:lnTo>
                  <a:pt x="1150" y="3278"/>
                </a:lnTo>
                <a:lnTo>
                  <a:pt x="1155" y="3275"/>
                </a:lnTo>
                <a:lnTo>
                  <a:pt x="1161" y="3272"/>
                </a:lnTo>
                <a:lnTo>
                  <a:pt x="1165" y="3270"/>
                </a:lnTo>
                <a:lnTo>
                  <a:pt x="1345" y="3090"/>
                </a:lnTo>
                <a:lnTo>
                  <a:pt x="5760" y="3090"/>
                </a:lnTo>
                <a:lnTo>
                  <a:pt x="5760" y="0"/>
                </a:lnTo>
                <a:close/>
              </a:path>
            </a:pathLst>
          </a:custGeom>
          <a:ln/>
          <a:effectLst/>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txBody>
          <a:bodyPr/>
          <a:lstStyle/>
          <a:p>
            <a:endParaRPr lang="he-IL"/>
          </a:p>
        </p:txBody>
      </p:sp>
      <p:sp>
        <p:nvSpPr>
          <p:cNvPr id="12" name="Rectangle 11">
            <a:extLst>
              <a:ext uri="{FF2B5EF4-FFF2-40B4-BE49-F238E27FC236}">
                <a16:creationId xmlns:a16="http://schemas.microsoft.com/office/drawing/2014/main" id="{79277119-B941-4A45-9322-FA2BC135DE6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23">
            <a:extLst>
              <a:ext uri="{FF2B5EF4-FFF2-40B4-BE49-F238E27FC236}">
                <a16:creationId xmlns:a16="http://schemas.microsoft.com/office/drawing/2014/main" id="{DFDB457D-F372-428B-A10D-41080EF9382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flipH="1">
            <a:off x="7554995" y="0"/>
            <a:ext cx="4637005" cy="6858000"/>
          </a:xfrm>
          <a:custGeom>
            <a:avLst/>
            <a:gdLst>
              <a:gd name="connsiteX0" fmla="*/ 0 w 4637005"/>
              <a:gd name="connsiteY0" fmla="*/ 0 h 6858000"/>
              <a:gd name="connsiteX1" fmla="*/ 4637005 w 4637005"/>
              <a:gd name="connsiteY1" fmla="*/ 0 h 6858000"/>
              <a:gd name="connsiteX2" fmla="*/ 4637005 w 4637005"/>
              <a:gd name="connsiteY2" fmla="*/ 1900238 h 6858000"/>
              <a:gd name="connsiteX3" fmla="*/ 4266589 w 4637005"/>
              <a:gd name="connsiteY3" fmla="*/ 2178050 h 6858000"/>
              <a:gd name="connsiteX4" fmla="*/ 4262355 w 4637005"/>
              <a:gd name="connsiteY4" fmla="*/ 2184400 h 6858000"/>
              <a:gd name="connsiteX5" fmla="*/ 4256005 w 4637005"/>
              <a:gd name="connsiteY5" fmla="*/ 2193925 h 6858000"/>
              <a:gd name="connsiteX6" fmla="*/ 4249655 w 4637005"/>
              <a:gd name="connsiteY6" fmla="*/ 2201863 h 6858000"/>
              <a:gd name="connsiteX7" fmla="*/ 4249655 w 4637005"/>
              <a:gd name="connsiteY7" fmla="*/ 2211388 h 6858000"/>
              <a:gd name="connsiteX8" fmla="*/ 4249655 w 4637005"/>
              <a:gd name="connsiteY8" fmla="*/ 2220913 h 6858000"/>
              <a:gd name="connsiteX9" fmla="*/ 4256005 w 4637005"/>
              <a:gd name="connsiteY9" fmla="*/ 2228850 h 6858000"/>
              <a:gd name="connsiteX10" fmla="*/ 4262355 w 4637005"/>
              <a:gd name="connsiteY10" fmla="*/ 2238375 h 6858000"/>
              <a:gd name="connsiteX11" fmla="*/ 4266589 w 4637005"/>
              <a:gd name="connsiteY11" fmla="*/ 2244725 h 6858000"/>
              <a:gd name="connsiteX12" fmla="*/ 4637005 w 4637005"/>
              <a:gd name="connsiteY12" fmla="*/ 2522538 h 6858000"/>
              <a:gd name="connsiteX13" fmla="*/ 4637005 w 4637005"/>
              <a:gd name="connsiteY13" fmla="*/ 6858000 h 6858000"/>
              <a:gd name="connsiteX14" fmla="*/ 0 w 4637005"/>
              <a:gd name="connsiteY14"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4637005" h="6858000">
                <a:moveTo>
                  <a:pt x="0" y="0"/>
                </a:moveTo>
                <a:lnTo>
                  <a:pt x="4637005" y="0"/>
                </a:lnTo>
                <a:lnTo>
                  <a:pt x="4637005" y="1900238"/>
                </a:lnTo>
                <a:lnTo>
                  <a:pt x="4266589" y="2178050"/>
                </a:lnTo>
                <a:lnTo>
                  <a:pt x="4262355" y="2184400"/>
                </a:lnTo>
                <a:lnTo>
                  <a:pt x="4256005" y="2193925"/>
                </a:lnTo>
                <a:lnTo>
                  <a:pt x="4249655" y="2201863"/>
                </a:lnTo>
                <a:lnTo>
                  <a:pt x="4249655" y="2211388"/>
                </a:lnTo>
                <a:lnTo>
                  <a:pt x="4249655" y="2220913"/>
                </a:lnTo>
                <a:lnTo>
                  <a:pt x="4256005" y="2228850"/>
                </a:lnTo>
                <a:lnTo>
                  <a:pt x="4262355" y="2238375"/>
                </a:lnTo>
                <a:lnTo>
                  <a:pt x="4266589" y="2244725"/>
                </a:lnTo>
                <a:lnTo>
                  <a:pt x="4637005" y="2522538"/>
                </a:lnTo>
                <a:lnTo>
                  <a:pt x="4637005" y="6858000"/>
                </a:lnTo>
                <a:lnTo>
                  <a:pt x="0" y="6858000"/>
                </a:lnTo>
                <a:close/>
              </a:path>
            </a:pathLst>
          </a:custGeom>
          <a:blipFill>
            <a:blip r:embed="rId2">
              <a:duotone>
                <a:schemeClr val="accent1">
                  <a:tint val="98000"/>
                  <a:lumMod val="102000"/>
                </a:schemeClr>
                <a:schemeClr val="accent1">
                  <a:shade val="98000"/>
                  <a:lumMod val="98000"/>
                </a:schemeClr>
              </a:duotone>
            </a:blip>
            <a:tile tx="0" ty="0" sx="100000" sy="100000" flip="none" algn="tl"/>
          </a:blipFill>
          <a:ln>
            <a:headEnd/>
            <a:tailEnd/>
          </a:ln>
        </p:spPr>
        <p:style>
          <a:lnRef idx="1">
            <a:schemeClr val="accent1"/>
          </a:lnRef>
          <a:fillRef idx="3">
            <a:schemeClr val="accent1"/>
          </a:fillRef>
          <a:effectRef idx="2">
            <a:schemeClr val="accent1"/>
          </a:effectRef>
          <a:fontRef idx="minor">
            <a:schemeClr val="lt1"/>
          </a:fontRef>
        </p:style>
        <p:txBody>
          <a:bodyPr wrap="square" rtlCol="0" anchor="ctr">
            <a:noAutofit/>
          </a:bodyPr>
          <a:lstStyle/>
          <a:p>
            <a:pPr algn="ctr"/>
            <a:endParaRPr lang="en-US"/>
          </a:p>
        </p:txBody>
      </p:sp>
      <p:sp>
        <p:nvSpPr>
          <p:cNvPr id="2" name="כותרת 1">
            <a:extLst>
              <a:ext uri="{FF2B5EF4-FFF2-40B4-BE49-F238E27FC236}">
                <a16:creationId xmlns:a16="http://schemas.microsoft.com/office/drawing/2014/main" id="{9CD4F720-0D60-9F9A-168B-4D08FDE1642B}"/>
              </a:ext>
            </a:extLst>
          </p:cNvPr>
          <p:cNvSpPr>
            <a:spLocks noGrp="1"/>
          </p:cNvSpPr>
          <p:nvPr>
            <p:ph type="title"/>
          </p:nvPr>
        </p:nvSpPr>
        <p:spPr>
          <a:xfrm>
            <a:off x="8134349" y="1819275"/>
            <a:ext cx="3606137" cy="4222087"/>
          </a:xfrm>
        </p:spPr>
        <p:txBody>
          <a:bodyPr vert="horz" lIns="91440" tIns="45720" rIns="91440" bIns="45720" rtlCol="0" anchor="t">
            <a:normAutofit/>
          </a:bodyPr>
          <a:lstStyle/>
          <a:p>
            <a:pPr rtl="0"/>
            <a:r>
              <a:rPr lang="en-US" sz="3400" u="sng">
                <a:solidFill>
                  <a:srgbClr val="0A5237"/>
                </a:solidFill>
                <a:latin typeface="Aptos" panose="020B0004020202020204" pitchFamily="34" charset="0"/>
              </a:rPr>
              <a:t>Main products: </a:t>
            </a:r>
            <a:br>
              <a:rPr lang="en-US" sz="3400" u="sng">
                <a:solidFill>
                  <a:srgbClr val="0A5237"/>
                </a:solidFill>
                <a:latin typeface="Aptos" panose="020B0004020202020204" pitchFamily="34" charset="0"/>
              </a:rPr>
            </a:br>
            <a:r>
              <a:rPr lang="en-US" sz="3400" u="sng">
                <a:solidFill>
                  <a:srgbClr val="0A5237"/>
                </a:solidFill>
                <a:latin typeface="Aptos" panose="020B0004020202020204" pitchFamily="34" charset="0"/>
              </a:rPr>
              <a:t>Home Page – After Login</a:t>
            </a:r>
            <a:endParaRPr lang="en-US" sz="3400" dirty="0">
              <a:solidFill>
                <a:srgbClr val="0A5237"/>
              </a:solidFill>
              <a:latin typeface="Aptos" panose="020B0004020202020204" pitchFamily="34" charset="0"/>
            </a:endParaRPr>
          </a:p>
        </p:txBody>
      </p:sp>
      <p:pic>
        <p:nvPicPr>
          <p:cNvPr id="4" name="Picture 3">
            <a:extLst>
              <a:ext uri="{FF2B5EF4-FFF2-40B4-BE49-F238E27FC236}">
                <a16:creationId xmlns:a16="http://schemas.microsoft.com/office/drawing/2014/main" id="{DFC8690F-7EF4-D66C-FDFD-9AF7F723D3FE}"/>
              </a:ext>
            </a:extLst>
          </p:cNvPr>
          <p:cNvPicPr>
            <a:picLocks/>
          </p:cNvPicPr>
          <p:nvPr/>
        </p:nvPicPr>
        <p:blipFill>
          <a:blip r:embed="rId3"/>
          <a:stretch>
            <a:fillRect/>
          </a:stretch>
        </p:blipFill>
        <p:spPr>
          <a:xfrm>
            <a:off x="643467" y="1219110"/>
            <a:ext cx="6268060" cy="4246610"/>
          </a:xfrm>
          <a:prstGeom prst="rect">
            <a:avLst/>
          </a:prstGeom>
          <a:ln w="19050">
            <a:solidFill>
              <a:srgbClr val="1D7E4F"/>
            </a:solidFill>
          </a:ln>
        </p:spPr>
      </p:pic>
    </p:spTree>
    <p:extLst>
      <p:ext uri="{BB962C8B-B14F-4D97-AF65-F5344CB8AC3E}">
        <p14:creationId xmlns:p14="http://schemas.microsoft.com/office/powerpoint/2010/main" val="106657939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DAEFE1"/>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1DE15A01-6D65-A01E-66AB-5792DDCEEFBD}"/>
              </a:ext>
            </a:extLst>
          </p:cNvPr>
          <p:cNvSpPr/>
          <p:nvPr/>
        </p:nvSpPr>
        <p:spPr>
          <a:xfrm>
            <a:off x="0" y="0"/>
            <a:ext cx="12192000" cy="228600"/>
          </a:xfrm>
          <a:prstGeom prst="rect">
            <a:avLst/>
          </a:prstGeom>
          <a:solidFill>
            <a:srgbClr val="1D7E4F"/>
          </a:solidFill>
          <a:ln w="15875" cap="rnd" cmpd="sng" algn="ctr">
            <a:noFill/>
            <a:prstDash val="solid"/>
          </a:ln>
          <a:effectLst/>
          <a:extLst>
            <a:ext uri="{91240B29-F687-4F45-9708-019B960494DF}">
              <a14:hiddenLine xmlns:a14="http://schemas.microsoft.com/office/drawing/2010/main" w="15875" cap="rnd"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6">
            <a:extLst>
              <a:ext uri="{FF2B5EF4-FFF2-40B4-BE49-F238E27FC236}">
                <a16:creationId xmlns:a16="http://schemas.microsoft.com/office/drawing/2014/main" id="{133F8CB7-795C-4272-9073-64D8CF97F22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0" y="-3175"/>
            <a:ext cx="12192000" cy="5203825"/>
          </a:xfrm>
          <a:custGeom>
            <a:avLst/>
            <a:gdLst/>
            <a:ahLst/>
            <a:cxnLst/>
            <a:rect l="0" t="0" r="r" b="b"/>
            <a:pathLst>
              <a:path w="5760" h="3278">
                <a:moveTo>
                  <a:pt x="5760" y="0"/>
                </a:moveTo>
                <a:lnTo>
                  <a:pt x="0" y="0"/>
                </a:lnTo>
                <a:lnTo>
                  <a:pt x="0" y="3090"/>
                </a:lnTo>
                <a:lnTo>
                  <a:pt x="943" y="3090"/>
                </a:lnTo>
                <a:lnTo>
                  <a:pt x="1123" y="3270"/>
                </a:lnTo>
                <a:lnTo>
                  <a:pt x="1123" y="3270"/>
                </a:lnTo>
                <a:lnTo>
                  <a:pt x="1127" y="3272"/>
                </a:lnTo>
                <a:lnTo>
                  <a:pt x="1133" y="3275"/>
                </a:lnTo>
                <a:lnTo>
                  <a:pt x="1139" y="3278"/>
                </a:lnTo>
                <a:lnTo>
                  <a:pt x="1144" y="3278"/>
                </a:lnTo>
                <a:lnTo>
                  <a:pt x="1150" y="3278"/>
                </a:lnTo>
                <a:lnTo>
                  <a:pt x="1155" y="3275"/>
                </a:lnTo>
                <a:lnTo>
                  <a:pt x="1161" y="3272"/>
                </a:lnTo>
                <a:lnTo>
                  <a:pt x="1165" y="3270"/>
                </a:lnTo>
                <a:lnTo>
                  <a:pt x="1345" y="3090"/>
                </a:lnTo>
                <a:lnTo>
                  <a:pt x="5760" y="3090"/>
                </a:lnTo>
                <a:lnTo>
                  <a:pt x="5760" y="0"/>
                </a:lnTo>
                <a:close/>
              </a:path>
            </a:pathLst>
          </a:custGeom>
          <a:ln/>
          <a:effectLst/>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txBody>
          <a:bodyPr/>
          <a:lstStyle/>
          <a:p>
            <a:endParaRPr lang="he-IL"/>
          </a:p>
        </p:txBody>
      </p:sp>
      <p:sp>
        <p:nvSpPr>
          <p:cNvPr id="12" name="Rectangle 11">
            <a:extLst>
              <a:ext uri="{FF2B5EF4-FFF2-40B4-BE49-F238E27FC236}">
                <a16:creationId xmlns:a16="http://schemas.microsoft.com/office/drawing/2014/main" id="{79277119-B941-4A45-9322-FA2BC135DE6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23">
            <a:extLst>
              <a:ext uri="{FF2B5EF4-FFF2-40B4-BE49-F238E27FC236}">
                <a16:creationId xmlns:a16="http://schemas.microsoft.com/office/drawing/2014/main" id="{DFDB457D-F372-428B-A10D-41080EF9382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flipH="1">
            <a:off x="7554995" y="0"/>
            <a:ext cx="4637005" cy="6858000"/>
          </a:xfrm>
          <a:custGeom>
            <a:avLst/>
            <a:gdLst>
              <a:gd name="connsiteX0" fmla="*/ 0 w 4637005"/>
              <a:gd name="connsiteY0" fmla="*/ 0 h 6858000"/>
              <a:gd name="connsiteX1" fmla="*/ 4637005 w 4637005"/>
              <a:gd name="connsiteY1" fmla="*/ 0 h 6858000"/>
              <a:gd name="connsiteX2" fmla="*/ 4637005 w 4637005"/>
              <a:gd name="connsiteY2" fmla="*/ 1900238 h 6858000"/>
              <a:gd name="connsiteX3" fmla="*/ 4266589 w 4637005"/>
              <a:gd name="connsiteY3" fmla="*/ 2178050 h 6858000"/>
              <a:gd name="connsiteX4" fmla="*/ 4262355 w 4637005"/>
              <a:gd name="connsiteY4" fmla="*/ 2184400 h 6858000"/>
              <a:gd name="connsiteX5" fmla="*/ 4256005 w 4637005"/>
              <a:gd name="connsiteY5" fmla="*/ 2193925 h 6858000"/>
              <a:gd name="connsiteX6" fmla="*/ 4249655 w 4637005"/>
              <a:gd name="connsiteY6" fmla="*/ 2201863 h 6858000"/>
              <a:gd name="connsiteX7" fmla="*/ 4249655 w 4637005"/>
              <a:gd name="connsiteY7" fmla="*/ 2211388 h 6858000"/>
              <a:gd name="connsiteX8" fmla="*/ 4249655 w 4637005"/>
              <a:gd name="connsiteY8" fmla="*/ 2220913 h 6858000"/>
              <a:gd name="connsiteX9" fmla="*/ 4256005 w 4637005"/>
              <a:gd name="connsiteY9" fmla="*/ 2228850 h 6858000"/>
              <a:gd name="connsiteX10" fmla="*/ 4262355 w 4637005"/>
              <a:gd name="connsiteY10" fmla="*/ 2238375 h 6858000"/>
              <a:gd name="connsiteX11" fmla="*/ 4266589 w 4637005"/>
              <a:gd name="connsiteY11" fmla="*/ 2244725 h 6858000"/>
              <a:gd name="connsiteX12" fmla="*/ 4637005 w 4637005"/>
              <a:gd name="connsiteY12" fmla="*/ 2522538 h 6858000"/>
              <a:gd name="connsiteX13" fmla="*/ 4637005 w 4637005"/>
              <a:gd name="connsiteY13" fmla="*/ 6858000 h 6858000"/>
              <a:gd name="connsiteX14" fmla="*/ 0 w 4637005"/>
              <a:gd name="connsiteY14"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4637005" h="6858000">
                <a:moveTo>
                  <a:pt x="0" y="0"/>
                </a:moveTo>
                <a:lnTo>
                  <a:pt x="4637005" y="0"/>
                </a:lnTo>
                <a:lnTo>
                  <a:pt x="4637005" y="1900238"/>
                </a:lnTo>
                <a:lnTo>
                  <a:pt x="4266589" y="2178050"/>
                </a:lnTo>
                <a:lnTo>
                  <a:pt x="4262355" y="2184400"/>
                </a:lnTo>
                <a:lnTo>
                  <a:pt x="4256005" y="2193925"/>
                </a:lnTo>
                <a:lnTo>
                  <a:pt x="4249655" y="2201863"/>
                </a:lnTo>
                <a:lnTo>
                  <a:pt x="4249655" y="2211388"/>
                </a:lnTo>
                <a:lnTo>
                  <a:pt x="4249655" y="2220913"/>
                </a:lnTo>
                <a:lnTo>
                  <a:pt x="4256005" y="2228850"/>
                </a:lnTo>
                <a:lnTo>
                  <a:pt x="4262355" y="2238375"/>
                </a:lnTo>
                <a:lnTo>
                  <a:pt x="4266589" y="2244725"/>
                </a:lnTo>
                <a:lnTo>
                  <a:pt x="4637005" y="2522538"/>
                </a:lnTo>
                <a:lnTo>
                  <a:pt x="4637005" y="6858000"/>
                </a:lnTo>
                <a:lnTo>
                  <a:pt x="0" y="6858000"/>
                </a:lnTo>
                <a:close/>
              </a:path>
            </a:pathLst>
          </a:custGeom>
          <a:blipFill>
            <a:blip r:embed="rId2">
              <a:duotone>
                <a:schemeClr val="accent1">
                  <a:tint val="98000"/>
                  <a:lumMod val="102000"/>
                </a:schemeClr>
                <a:schemeClr val="accent1">
                  <a:shade val="98000"/>
                  <a:lumMod val="98000"/>
                </a:schemeClr>
              </a:duotone>
            </a:blip>
            <a:tile tx="0" ty="0" sx="100000" sy="100000" flip="none" algn="tl"/>
          </a:blipFill>
          <a:ln>
            <a:headEnd/>
            <a:tailEnd/>
          </a:ln>
        </p:spPr>
        <p:style>
          <a:lnRef idx="1">
            <a:schemeClr val="accent1"/>
          </a:lnRef>
          <a:fillRef idx="3">
            <a:schemeClr val="accent1"/>
          </a:fillRef>
          <a:effectRef idx="2">
            <a:schemeClr val="accent1"/>
          </a:effectRef>
          <a:fontRef idx="minor">
            <a:schemeClr val="lt1"/>
          </a:fontRef>
        </p:style>
        <p:txBody>
          <a:bodyPr wrap="square" rtlCol="0" anchor="ctr">
            <a:noAutofit/>
          </a:bodyPr>
          <a:lstStyle/>
          <a:p>
            <a:pPr algn="ctr"/>
            <a:endParaRPr lang="en-US"/>
          </a:p>
        </p:txBody>
      </p:sp>
      <p:sp>
        <p:nvSpPr>
          <p:cNvPr id="2" name="כותרת 1">
            <a:extLst>
              <a:ext uri="{FF2B5EF4-FFF2-40B4-BE49-F238E27FC236}">
                <a16:creationId xmlns:a16="http://schemas.microsoft.com/office/drawing/2014/main" id="{3CBB9541-DE5F-52BA-E456-02E14005D646}"/>
              </a:ext>
            </a:extLst>
          </p:cNvPr>
          <p:cNvSpPr>
            <a:spLocks noGrp="1"/>
          </p:cNvSpPr>
          <p:nvPr>
            <p:ph type="title"/>
          </p:nvPr>
        </p:nvSpPr>
        <p:spPr>
          <a:xfrm>
            <a:off x="8134349" y="1819275"/>
            <a:ext cx="3606137" cy="4222087"/>
          </a:xfrm>
        </p:spPr>
        <p:txBody>
          <a:bodyPr vert="horz" lIns="91440" tIns="45720" rIns="91440" bIns="45720" rtlCol="0" anchor="t">
            <a:normAutofit/>
          </a:bodyPr>
          <a:lstStyle/>
          <a:p>
            <a:pPr rtl="0"/>
            <a:r>
              <a:rPr lang="en-US" sz="3400" u="sng">
                <a:solidFill>
                  <a:srgbClr val="0A5237"/>
                </a:solidFill>
                <a:latin typeface="Aptos" panose="020B0004020202020204" pitchFamily="34" charset="0"/>
              </a:rPr>
              <a:t>Main products: </a:t>
            </a:r>
            <a:br>
              <a:rPr lang="en-US" sz="3400" u="sng">
                <a:solidFill>
                  <a:srgbClr val="0A5237"/>
                </a:solidFill>
                <a:latin typeface="Aptos" panose="020B0004020202020204" pitchFamily="34" charset="0"/>
              </a:rPr>
            </a:br>
            <a:r>
              <a:rPr lang="en-US" sz="3400" u="sng">
                <a:solidFill>
                  <a:srgbClr val="0A5237"/>
                </a:solidFill>
                <a:latin typeface="Aptos" panose="020B0004020202020204" pitchFamily="34" charset="0"/>
              </a:rPr>
              <a:t>Register Page</a:t>
            </a:r>
            <a:endParaRPr lang="en-US" sz="3400" dirty="0">
              <a:solidFill>
                <a:srgbClr val="0A5237"/>
              </a:solidFill>
              <a:latin typeface="Aptos" panose="020B0004020202020204" pitchFamily="34" charset="0"/>
            </a:endParaRPr>
          </a:p>
        </p:txBody>
      </p:sp>
      <p:pic>
        <p:nvPicPr>
          <p:cNvPr id="6" name="Picture 5">
            <a:extLst>
              <a:ext uri="{FF2B5EF4-FFF2-40B4-BE49-F238E27FC236}">
                <a16:creationId xmlns:a16="http://schemas.microsoft.com/office/drawing/2014/main" id="{D9537E28-BA27-E395-40CA-AA8E2C3491C3}"/>
              </a:ext>
            </a:extLst>
          </p:cNvPr>
          <p:cNvPicPr>
            <a:picLocks/>
          </p:cNvPicPr>
          <p:nvPr/>
        </p:nvPicPr>
        <p:blipFill>
          <a:blip r:embed="rId3"/>
          <a:stretch>
            <a:fillRect/>
          </a:stretch>
        </p:blipFill>
        <p:spPr>
          <a:xfrm>
            <a:off x="643467" y="1830246"/>
            <a:ext cx="6268060" cy="3024338"/>
          </a:xfrm>
          <a:prstGeom prst="rect">
            <a:avLst/>
          </a:prstGeom>
          <a:ln w="19050">
            <a:solidFill>
              <a:srgbClr val="1D7E4F"/>
            </a:solidFill>
          </a:ln>
        </p:spPr>
      </p:pic>
    </p:spTree>
    <p:extLst>
      <p:ext uri="{BB962C8B-B14F-4D97-AF65-F5344CB8AC3E}">
        <p14:creationId xmlns:p14="http://schemas.microsoft.com/office/powerpoint/2010/main" val="71397835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DAEFE1"/>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D7763FE1-E146-CDCB-77B8-BFB1AE7B62B4}"/>
              </a:ext>
            </a:extLst>
          </p:cNvPr>
          <p:cNvSpPr/>
          <p:nvPr/>
        </p:nvSpPr>
        <p:spPr>
          <a:xfrm>
            <a:off x="0" y="0"/>
            <a:ext cx="12192000" cy="228600"/>
          </a:xfrm>
          <a:prstGeom prst="rect">
            <a:avLst/>
          </a:prstGeom>
          <a:solidFill>
            <a:srgbClr val="1D7E4F"/>
          </a:solidFill>
          <a:ln w="15875" cap="rnd" cmpd="sng" algn="ctr">
            <a:noFill/>
            <a:prstDash val="solid"/>
          </a:ln>
          <a:effectLst/>
          <a:extLst>
            <a:ext uri="{91240B29-F687-4F45-9708-019B960494DF}">
              <a14:hiddenLine xmlns:a14="http://schemas.microsoft.com/office/drawing/2010/main" w="15875" cap="rnd"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6">
            <a:extLst>
              <a:ext uri="{FF2B5EF4-FFF2-40B4-BE49-F238E27FC236}">
                <a16:creationId xmlns:a16="http://schemas.microsoft.com/office/drawing/2014/main" id="{133F8CB7-795C-4272-9073-64D8CF97F22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0" y="-3175"/>
            <a:ext cx="12192000" cy="5203825"/>
          </a:xfrm>
          <a:custGeom>
            <a:avLst/>
            <a:gdLst/>
            <a:ahLst/>
            <a:cxnLst/>
            <a:rect l="0" t="0" r="r" b="b"/>
            <a:pathLst>
              <a:path w="5760" h="3278">
                <a:moveTo>
                  <a:pt x="5760" y="0"/>
                </a:moveTo>
                <a:lnTo>
                  <a:pt x="0" y="0"/>
                </a:lnTo>
                <a:lnTo>
                  <a:pt x="0" y="3090"/>
                </a:lnTo>
                <a:lnTo>
                  <a:pt x="943" y="3090"/>
                </a:lnTo>
                <a:lnTo>
                  <a:pt x="1123" y="3270"/>
                </a:lnTo>
                <a:lnTo>
                  <a:pt x="1123" y="3270"/>
                </a:lnTo>
                <a:lnTo>
                  <a:pt x="1127" y="3272"/>
                </a:lnTo>
                <a:lnTo>
                  <a:pt x="1133" y="3275"/>
                </a:lnTo>
                <a:lnTo>
                  <a:pt x="1139" y="3278"/>
                </a:lnTo>
                <a:lnTo>
                  <a:pt x="1144" y="3278"/>
                </a:lnTo>
                <a:lnTo>
                  <a:pt x="1150" y="3278"/>
                </a:lnTo>
                <a:lnTo>
                  <a:pt x="1155" y="3275"/>
                </a:lnTo>
                <a:lnTo>
                  <a:pt x="1161" y="3272"/>
                </a:lnTo>
                <a:lnTo>
                  <a:pt x="1165" y="3270"/>
                </a:lnTo>
                <a:lnTo>
                  <a:pt x="1345" y="3090"/>
                </a:lnTo>
                <a:lnTo>
                  <a:pt x="5760" y="3090"/>
                </a:lnTo>
                <a:lnTo>
                  <a:pt x="5760" y="0"/>
                </a:lnTo>
                <a:close/>
              </a:path>
            </a:pathLst>
          </a:custGeom>
          <a:ln/>
          <a:effectLst/>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txBody>
          <a:bodyPr/>
          <a:lstStyle/>
          <a:p>
            <a:endParaRPr lang="he-IL"/>
          </a:p>
        </p:txBody>
      </p:sp>
      <p:sp>
        <p:nvSpPr>
          <p:cNvPr id="12" name="Rectangle 11">
            <a:extLst>
              <a:ext uri="{FF2B5EF4-FFF2-40B4-BE49-F238E27FC236}">
                <a16:creationId xmlns:a16="http://schemas.microsoft.com/office/drawing/2014/main" id="{79277119-B941-4A45-9322-FA2BC135DE6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23">
            <a:extLst>
              <a:ext uri="{FF2B5EF4-FFF2-40B4-BE49-F238E27FC236}">
                <a16:creationId xmlns:a16="http://schemas.microsoft.com/office/drawing/2014/main" id="{DFDB457D-F372-428B-A10D-41080EF9382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flipH="1">
            <a:off x="7554995" y="0"/>
            <a:ext cx="4637005" cy="6858000"/>
          </a:xfrm>
          <a:custGeom>
            <a:avLst/>
            <a:gdLst>
              <a:gd name="connsiteX0" fmla="*/ 0 w 4637005"/>
              <a:gd name="connsiteY0" fmla="*/ 0 h 6858000"/>
              <a:gd name="connsiteX1" fmla="*/ 4637005 w 4637005"/>
              <a:gd name="connsiteY1" fmla="*/ 0 h 6858000"/>
              <a:gd name="connsiteX2" fmla="*/ 4637005 w 4637005"/>
              <a:gd name="connsiteY2" fmla="*/ 1900238 h 6858000"/>
              <a:gd name="connsiteX3" fmla="*/ 4266589 w 4637005"/>
              <a:gd name="connsiteY3" fmla="*/ 2178050 h 6858000"/>
              <a:gd name="connsiteX4" fmla="*/ 4262355 w 4637005"/>
              <a:gd name="connsiteY4" fmla="*/ 2184400 h 6858000"/>
              <a:gd name="connsiteX5" fmla="*/ 4256005 w 4637005"/>
              <a:gd name="connsiteY5" fmla="*/ 2193925 h 6858000"/>
              <a:gd name="connsiteX6" fmla="*/ 4249655 w 4637005"/>
              <a:gd name="connsiteY6" fmla="*/ 2201863 h 6858000"/>
              <a:gd name="connsiteX7" fmla="*/ 4249655 w 4637005"/>
              <a:gd name="connsiteY7" fmla="*/ 2211388 h 6858000"/>
              <a:gd name="connsiteX8" fmla="*/ 4249655 w 4637005"/>
              <a:gd name="connsiteY8" fmla="*/ 2220913 h 6858000"/>
              <a:gd name="connsiteX9" fmla="*/ 4256005 w 4637005"/>
              <a:gd name="connsiteY9" fmla="*/ 2228850 h 6858000"/>
              <a:gd name="connsiteX10" fmla="*/ 4262355 w 4637005"/>
              <a:gd name="connsiteY10" fmla="*/ 2238375 h 6858000"/>
              <a:gd name="connsiteX11" fmla="*/ 4266589 w 4637005"/>
              <a:gd name="connsiteY11" fmla="*/ 2244725 h 6858000"/>
              <a:gd name="connsiteX12" fmla="*/ 4637005 w 4637005"/>
              <a:gd name="connsiteY12" fmla="*/ 2522538 h 6858000"/>
              <a:gd name="connsiteX13" fmla="*/ 4637005 w 4637005"/>
              <a:gd name="connsiteY13" fmla="*/ 6858000 h 6858000"/>
              <a:gd name="connsiteX14" fmla="*/ 0 w 4637005"/>
              <a:gd name="connsiteY14"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4637005" h="6858000">
                <a:moveTo>
                  <a:pt x="0" y="0"/>
                </a:moveTo>
                <a:lnTo>
                  <a:pt x="4637005" y="0"/>
                </a:lnTo>
                <a:lnTo>
                  <a:pt x="4637005" y="1900238"/>
                </a:lnTo>
                <a:lnTo>
                  <a:pt x="4266589" y="2178050"/>
                </a:lnTo>
                <a:lnTo>
                  <a:pt x="4262355" y="2184400"/>
                </a:lnTo>
                <a:lnTo>
                  <a:pt x="4256005" y="2193925"/>
                </a:lnTo>
                <a:lnTo>
                  <a:pt x="4249655" y="2201863"/>
                </a:lnTo>
                <a:lnTo>
                  <a:pt x="4249655" y="2211388"/>
                </a:lnTo>
                <a:lnTo>
                  <a:pt x="4249655" y="2220913"/>
                </a:lnTo>
                <a:lnTo>
                  <a:pt x="4256005" y="2228850"/>
                </a:lnTo>
                <a:lnTo>
                  <a:pt x="4262355" y="2238375"/>
                </a:lnTo>
                <a:lnTo>
                  <a:pt x="4266589" y="2244725"/>
                </a:lnTo>
                <a:lnTo>
                  <a:pt x="4637005" y="2522538"/>
                </a:lnTo>
                <a:lnTo>
                  <a:pt x="4637005" y="6858000"/>
                </a:lnTo>
                <a:lnTo>
                  <a:pt x="0" y="6858000"/>
                </a:lnTo>
                <a:close/>
              </a:path>
            </a:pathLst>
          </a:custGeom>
          <a:blipFill>
            <a:blip r:embed="rId2">
              <a:duotone>
                <a:schemeClr val="accent1">
                  <a:tint val="98000"/>
                  <a:lumMod val="102000"/>
                </a:schemeClr>
                <a:schemeClr val="accent1">
                  <a:shade val="98000"/>
                  <a:lumMod val="98000"/>
                </a:schemeClr>
              </a:duotone>
            </a:blip>
            <a:tile tx="0" ty="0" sx="100000" sy="100000" flip="none" algn="tl"/>
          </a:blipFill>
          <a:ln>
            <a:headEnd/>
            <a:tailEnd/>
          </a:ln>
        </p:spPr>
        <p:style>
          <a:lnRef idx="1">
            <a:schemeClr val="accent1"/>
          </a:lnRef>
          <a:fillRef idx="3">
            <a:schemeClr val="accent1"/>
          </a:fillRef>
          <a:effectRef idx="2">
            <a:schemeClr val="accent1"/>
          </a:effectRef>
          <a:fontRef idx="minor">
            <a:schemeClr val="lt1"/>
          </a:fontRef>
        </p:style>
        <p:txBody>
          <a:bodyPr wrap="square" rtlCol="0" anchor="ctr">
            <a:noAutofit/>
          </a:bodyPr>
          <a:lstStyle/>
          <a:p>
            <a:pPr algn="ctr"/>
            <a:endParaRPr lang="en-US"/>
          </a:p>
        </p:txBody>
      </p:sp>
      <p:sp>
        <p:nvSpPr>
          <p:cNvPr id="2" name="כותרת 1">
            <a:extLst>
              <a:ext uri="{FF2B5EF4-FFF2-40B4-BE49-F238E27FC236}">
                <a16:creationId xmlns:a16="http://schemas.microsoft.com/office/drawing/2014/main" id="{54711CF3-7685-2309-F853-893E67E90BA6}"/>
              </a:ext>
            </a:extLst>
          </p:cNvPr>
          <p:cNvSpPr>
            <a:spLocks noGrp="1"/>
          </p:cNvSpPr>
          <p:nvPr>
            <p:ph type="title"/>
          </p:nvPr>
        </p:nvSpPr>
        <p:spPr>
          <a:xfrm>
            <a:off x="8134349" y="1819275"/>
            <a:ext cx="3606137" cy="4222087"/>
          </a:xfrm>
        </p:spPr>
        <p:txBody>
          <a:bodyPr vert="horz" lIns="91440" tIns="45720" rIns="91440" bIns="45720" rtlCol="0" anchor="t">
            <a:normAutofit/>
          </a:bodyPr>
          <a:lstStyle/>
          <a:p>
            <a:pPr rtl="0"/>
            <a:r>
              <a:rPr lang="en-US" sz="3400" u="sng">
                <a:solidFill>
                  <a:srgbClr val="0A5237"/>
                </a:solidFill>
                <a:latin typeface="Aptos" panose="020B0004020202020204" pitchFamily="34" charset="0"/>
              </a:rPr>
              <a:t>Main products: </a:t>
            </a:r>
            <a:br>
              <a:rPr lang="en-US" sz="3400" u="sng">
                <a:solidFill>
                  <a:srgbClr val="0A5237"/>
                </a:solidFill>
                <a:latin typeface="Aptos" panose="020B0004020202020204" pitchFamily="34" charset="0"/>
              </a:rPr>
            </a:br>
            <a:r>
              <a:rPr lang="en-US" sz="3400" u="sng">
                <a:solidFill>
                  <a:srgbClr val="0A5237"/>
                </a:solidFill>
                <a:latin typeface="Aptos" panose="020B0004020202020204" pitchFamily="34" charset="0"/>
              </a:rPr>
              <a:t>Login Page</a:t>
            </a:r>
            <a:endParaRPr lang="en-US" sz="3400" dirty="0">
              <a:solidFill>
                <a:srgbClr val="0A5237"/>
              </a:solidFill>
              <a:latin typeface="Aptos" panose="020B0004020202020204" pitchFamily="34" charset="0"/>
            </a:endParaRPr>
          </a:p>
        </p:txBody>
      </p:sp>
      <p:pic>
        <p:nvPicPr>
          <p:cNvPr id="4" name="Picture 3">
            <a:extLst>
              <a:ext uri="{FF2B5EF4-FFF2-40B4-BE49-F238E27FC236}">
                <a16:creationId xmlns:a16="http://schemas.microsoft.com/office/drawing/2014/main" id="{34D391A4-BFD8-6D0C-53E4-3B441175A9D8}"/>
              </a:ext>
            </a:extLst>
          </p:cNvPr>
          <p:cNvPicPr>
            <a:picLocks/>
          </p:cNvPicPr>
          <p:nvPr/>
        </p:nvPicPr>
        <p:blipFill>
          <a:blip r:embed="rId3"/>
          <a:stretch>
            <a:fillRect/>
          </a:stretch>
        </p:blipFill>
        <p:spPr>
          <a:xfrm>
            <a:off x="643467" y="2080968"/>
            <a:ext cx="6268060" cy="2522893"/>
          </a:xfrm>
          <a:prstGeom prst="rect">
            <a:avLst/>
          </a:prstGeom>
          <a:ln w="19050">
            <a:solidFill>
              <a:srgbClr val="1D7E4F"/>
            </a:solidFill>
          </a:ln>
        </p:spPr>
      </p:pic>
    </p:spTree>
    <p:extLst>
      <p:ext uri="{BB962C8B-B14F-4D97-AF65-F5344CB8AC3E}">
        <p14:creationId xmlns:p14="http://schemas.microsoft.com/office/powerpoint/2010/main" val="423979629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DAEFE1"/>
        </a:solidFill>
        <a:effectLst/>
      </p:bgPr>
    </p:bg>
    <p:spTree>
      <p:nvGrpSpPr>
        <p:cNvPr id="1" name="">
          <a:extLst>
            <a:ext uri="{FF2B5EF4-FFF2-40B4-BE49-F238E27FC236}">
              <a16:creationId xmlns:a16="http://schemas.microsoft.com/office/drawing/2014/main" id="{3F067689-82B4-4683-A95B-1388E6E972E9}"/>
            </a:ext>
          </a:extLst>
        </p:cNvPr>
        <p:cNvGrpSpPr/>
        <p:nvPr/>
      </p:nvGrpSpPr>
      <p:grpSpPr>
        <a:xfrm>
          <a:off x="0" y="0"/>
          <a:ext cx="0" cy="0"/>
          <a:chOff x="0" y="0"/>
          <a:chExt cx="0" cy="0"/>
        </a:xfrm>
      </p:grpSpPr>
      <p:sp>
        <p:nvSpPr>
          <p:cNvPr id="6" name="Rectangle 5">
            <a:extLst>
              <a:ext uri="{FF2B5EF4-FFF2-40B4-BE49-F238E27FC236}">
                <a16:creationId xmlns:a16="http://schemas.microsoft.com/office/drawing/2014/main" id="{D6CBE020-0520-4B40-9EC8-C2D09A3B0480}"/>
              </a:ext>
            </a:extLst>
          </p:cNvPr>
          <p:cNvSpPr/>
          <p:nvPr/>
        </p:nvSpPr>
        <p:spPr>
          <a:xfrm>
            <a:off x="0" y="0"/>
            <a:ext cx="12192000" cy="228600"/>
          </a:xfrm>
          <a:prstGeom prst="rect">
            <a:avLst/>
          </a:prstGeom>
          <a:solidFill>
            <a:srgbClr val="1D7E4F"/>
          </a:solidFill>
          <a:ln w="15875" cap="rnd" cmpd="sng" algn="ctr">
            <a:noFill/>
            <a:prstDash val="solid"/>
          </a:ln>
          <a:effectLst/>
          <a:extLst>
            <a:ext uri="{91240B29-F687-4F45-9708-019B960494DF}">
              <a14:hiddenLine xmlns:a14="http://schemas.microsoft.com/office/drawing/2010/main" w="15875" cap="rnd"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Freeform 6">
            <a:extLst>
              <a:ext uri="{FF2B5EF4-FFF2-40B4-BE49-F238E27FC236}">
                <a16:creationId xmlns:a16="http://schemas.microsoft.com/office/drawing/2014/main" id="{133F8CB7-795C-4272-9073-64D8CF97F22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0" y="-3175"/>
            <a:ext cx="12192000" cy="5203825"/>
          </a:xfrm>
          <a:custGeom>
            <a:avLst/>
            <a:gdLst/>
            <a:ahLst/>
            <a:cxnLst/>
            <a:rect l="0" t="0" r="r" b="b"/>
            <a:pathLst>
              <a:path w="5760" h="3278">
                <a:moveTo>
                  <a:pt x="5760" y="0"/>
                </a:moveTo>
                <a:lnTo>
                  <a:pt x="0" y="0"/>
                </a:lnTo>
                <a:lnTo>
                  <a:pt x="0" y="3090"/>
                </a:lnTo>
                <a:lnTo>
                  <a:pt x="943" y="3090"/>
                </a:lnTo>
                <a:lnTo>
                  <a:pt x="1123" y="3270"/>
                </a:lnTo>
                <a:lnTo>
                  <a:pt x="1123" y="3270"/>
                </a:lnTo>
                <a:lnTo>
                  <a:pt x="1127" y="3272"/>
                </a:lnTo>
                <a:lnTo>
                  <a:pt x="1133" y="3275"/>
                </a:lnTo>
                <a:lnTo>
                  <a:pt x="1139" y="3278"/>
                </a:lnTo>
                <a:lnTo>
                  <a:pt x="1144" y="3278"/>
                </a:lnTo>
                <a:lnTo>
                  <a:pt x="1150" y="3278"/>
                </a:lnTo>
                <a:lnTo>
                  <a:pt x="1155" y="3275"/>
                </a:lnTo>
                <a:lnTo>
                  <a:pt x="1161" y="3272"/>
                </a:lnTo>
                <a:lnTo>
                  <a:pt x="1165" y="3270"/>
                </a:lnTo>
                <a:lnTo>
                  <a:pt x="1345" y="3090"/>
                </a:lnTo>
                <a:lnTo>
                  <a:pt x="5760" y="3090"/>
                </a:lnTo>
                <a:lnTo>
                  <a:pt x="5760" y="0"/>
                </a:lnTo>
                <a:close/>
              </a:path>
            </a:pathLst>
          </a:custGeom>
          <a:ln/>
          <a:effectLst/>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txBody>
          <a:bodyPr/>
          <a:lstStyle/>
          <a:p>
            <a:endParaRPr lang="he-IL"/>
          </a:p>
        </p:txBody>
      </p:sp>
      <p:sp>
        <p:nvSpPr>
          <p:cNvPr id="21" name="Rectangle 20">
            <a:extLst>
              <a:ext uri="{FF2B5EF4-FFF2-40B4-BE49-F238E27FC236}">
                <a16:creationId xmlns:a16="http://schemas.microsoft.com/office/drawing/2014/main" id="{79277119-B941-4A45-9322-FA2BC135DE6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Freeform 23">
            <a:extLst>
              <a:ext uri="{FF2B5EF4-FFF2-40B4-BE49-F238E27FC236}">
                <a16:creationId xmlns:a16="http://schemas.microsoft.com/office/drawing/2014/main" id="{DFDB457D-F372-428B-A10D-41080EF9382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flipH="1">
            <a:off x="7554995" y="0"/>
            <a:ext cx="4637005" cy="6858000"/>
          </a:xfrm>
          <a:custGeom>
            <a:avLst/>
            <a:gdLst>
              <a:gd name="connsiteX0" fmla="*/ 0 w 4637005"/>
              <a:gd name="connsiteY0" fmla="*/ 0 h 6858000"/>
              <a:gd name="connsiteX1" fmla="*/ 4637005 w 4637005"/>
              <a:gd name="connsiteY1" fmla="*/ 0 h 6858000"/>
              <a:gd name="connsiteX2" fmla="*/ 4637005 w 4637005"/>
              <a:gd name="connsiteY2" fmla="*/ 1900238 h 6858000"/>
              <a:gd name="connsiteX3" fmla="*/ 4266589 w 4637005"/>
              <a:gd name="connsiteY3" fmla="*/ 2178050 h 6858000"/>
              <a:gd name="connsiteX4" fmla="*/ 4262355 w 4637005"/>
              <a:gd name="connsiteY4" fmla="*/ 2184400 h 6858000"/>
              <a:gd name="connsiteX5" fmla="*/ 4256005 w 4637005"/>
              <a:gd name="connsiteY5" fmla="*/ 2193925 h 6858000"/>
              <a:gd name="connsiteX6" fmla="*/ 4249655 w 4637005"/>
              <a:gd name="connsiteY6" fmla="*/ 2201863 h 6858000"/>
              <a:gd name="connsiteX7" fmla="*/ 4249655 w 4637005"/>
              <a:gd name="connsiteY7" fmla="*/ 2211388 h 6858000"/>
              <a:gd name="connsiteX8" fmla="*/ 4249655 w 4637005"/>
              <a:gd name="connsiteY8" fmla="*/ 2220913 h 6858000"/>
              <a:gd name="connsiteX9" fmla="*/ 4256005 w 4637005"/>
              <a:gd name="connsiteY9" fmla="*/ 2228850 h 6858000"/>
              <a:gd name="connsiteX10" fmla="*/ 4262355 w 4637005"/>
              <a:gd name="connsiteY10" fmla="*/ 2238375 h 6858000"/>
              <a:gd name="connsiteX11" fmla="*/ 4266589 w 4637005"/>
              <a:gd name="connsiteY11" fmla="*/ 2244725 h 6858000"/>
              <a:gd name="connsiteX12" fmla="*/ 4637005 w 4637005"/>
              <a:gd name="connsiteY12" fmla="*/ 2522538 h 6858000"/>
              <a:gd name="connsiteX13" fmla="*/ 4637005 w 4637005"/>
              <a:gd name="connsiteY13" fmla="*/ 6858000 h 6858000"/>
              <a:gd name="connsiteX14" fmla="*/ 0 w 4637005"/>
              <a:gd name="connsiteY14"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4637005" h="6858000">
                <a:moveTo>
                  <a:pt x="0" y="0"/>
                </a:moveTo>
                <a:lnTo>
                  <a:pt x="4637005" y="0"/>
                </a:lnTo>
                <a:lnTo>
                  <a:pt x="4637005" y="1900238"/>
                </a:lnTo>
                <a:lnTo>
                  <a:pt x="4266589" y="2178050"/>
                </a:lnTo>
                <a:lnTo>
                  <a:pt x="4262355" y="2184400"/>
                </a:lnTo>
                <a:lnTo>
                  <a:pt x="4256005" y="2193925"/>
                </a:lnTo>
                <a:lnTo>
                  <a:pt x="4249655" y="2201863"/>
                </a:lnTo>
                <a:lnTo>
                  <a:pt x="4249655" y="2211388"/>
                </a:lnTo>
                <a:lnTo>
                  <a:pt x="4249655" y="2220913"/>
                </a:lnTo>
                <a:lnTo>
                  <a:pt x="4256005" y="2228850"/>
                </a:lnTo>
                <a:lnTo>
                  <a:pt x="4262355" y="2238375"/>
                </a:lnTo>
                <a:lnTo>
                  <a:pt x="4266589" y="2244725"/>
                </a:lnTo>
                <a:lnTo>
                  <a:pt x="4637005" y="2522538"/>
                </a:lnTo>
                <a:lnTo>
                  <a:pt x="4637005" y="6858000"/>
                </a:lnTo>
                <a:lnTo>
                  <a:pt x="0" y="6858000"/>
                </a:lnTo>
                <a:close/>
              </a:path>
            </a:pathLst>
          </a:custGeom>
          <a:blipFill>
            <a:blip r:embed="rId2">
              <a:duotone>
                <a:schemeClr val="accent1">
                  <a:tint val="98000"/>
                  <a:lumMod val="102000"/>
                </a:schemeClr>
                <a:schemeClr val="accent1">
                  <a:shade val="98000"/>
                  <a:lumMod val="98000"/>
                </a:schemeClr>
              </a:duotone>
            </a:blip>
            <a:tile tx="0" ty="0" sx="100000" sy="100000" flip="none" algn="tl"/>
          </a:blipFill>
          <a:ln>
            <a:headEnd/>
            <a:tailEnd/>
          </a:ln>
        </p:spPr>
        <p:style>
          <a:lnRef idx="1">
            <a:schemeClr val="accent1"/>
          </a:lnRef>
          <a:fillRef idx="3">
            <a:schemeClr val="accent1"/>
          </a:fillRef>
          <a:effectRef idx="2">
            <a:schemeClr val="accent1"/>
          </a:effectRef>
          <a:fontRef idx="minor">
            <a:schemeClr val="lt1"/>
          </a:fontRef>
        </p:style>
        <p:txBody>
          <a:bodyPr wrap="square" rtlCol="0" anchor="ctr">
            <a:noAutofit/>
          </a:bodyPr>
          <a:lstStyle/>
          <a:p>
            <a:pPr algn="ctr"/>
            <a:endParaRPr lang="en-US"/>
          </a:p>
        </p:txBody>
      </p:sp>
      <p:sp>
        <p:nvSpPr>
          <p:cNvPr id="2" name="כותרת 1">
            <a:extLst>
              <a:ext uri="{FF2B5EF4-FFF2-40B4-BE49-F238E27FC236}">
                <a16:creationId xmlns:a16="http://schemas.microsoft.com/office/drawing/2014/main" id="{D90335C8-245C-FF53-E298-AE49169363C6}"/>
              </a:ext>
            </a:extLst>
          </p:cNvPr>
          <p:cNvSpPr>
            <a:spLocks noGrp="1"/>
          </p:cNvSpPr>
          <p:nvPr>
            <p:ph type="title"/>
          </p:nvPr>
        </p:nvSpPr>
        <p:spPr>
          <a:xfrm>
            <a:off x="8134349" y="1819275"/>
            <a:ext cx="3606137" cy="4222087"/>
          </a:xfrm>
        </p:spPr>
        <p:txBody>
          <a:bodyPr vert="horz" lIns="91440" tIns="45720" rIns="91440" bIns="45720" rtlCol="0" anchor="t">
            <a:normAutofit/>
          </a:bodyPr>
          <a:lstStyle/>
          <a:p>
            <a:pPr rtl="0"/>
            <a:r>
              <a:rPr lang="en-US" sz="3400" u="sng">
                <a:solidFill>
                  <a:srgbClr val="0A5237"/>
                </a:solidFill>
                <a:latin typeface="Aptos" panose="020B0004020202020204" pitchFamily="34" charset="0"/>
              </a:rPr>
              <a:t>Main products: </a:t>
            </a:r>
            <a:br>
              <a:rPr lang="en-US" sz="3400" u="sng">
                <a:solidFill>
                  <a:srgbClr val="0A5237"/>
                </a:solidFill>
                <a:latin typeface="Aptos" panose="020B0004020202020204" pitchFamily="34" charset="0"/>
              </a:rPr>
            </a:br>
            <a:r>
              <a:rPr lang="en-US" sz="3400" u="sng">
                <a:solidFill>
                  <a:srgbClr val="0A5237"/>
                </a:solidFill>
                <a:latin typeface="Aptos" panose="020B0004020202020204" pitchFamily="34" charset="0"/>
              </a:rPr>
              <a:t>Notification Page</a:t>
            </a:r>
            <a:endParaRPr lang="en-US" sz="3400" dirty="0">
              <a:solidFill>
                <a:srgbClr val="0A5237"/>
              </a:solidFill>
              <a:latin typeface="Aptos" panose="020B0004020202020204" pitchFamily="34" charset="0"/>
            </a:endParaRPr>
          </a:p>
        </p:txBody>
      </p:sp>
      <p:pic>
        <p:nvPicPr>
          <p:cNvPr id="5" name="Picture 4">
            <a:extLst>
              <a:ext uri="{FF2B5EF4-FFF2-40B4-BE49-F238E27FC236}">
                <a16:creationId xmlns:a16="http://schemas.microsoft.com/office/drawing/2014/main" id="{BA7B2D8B-DDA2-1A66-B914-E4451244E6A0}"/>
              </a:ext>
            </a:extLst>
          </p:cNvPr>
          <p:cNvPicPr>
            <a:picLocks/>
          </p:cNvPicPr>
          <p:nvPr/>
        </p:nvPicPr>
        <p:blipFill>
          <a:blip r:embed="rId3"/>
          <a:stretch>
            <a:fillRect/>
          </a:stretch>
        </p:blipFill>
        <p:spPr>
          <a:xfrm>
            <a:off x="643467" y="1422822"/>
            <a:ext cx="6268060" cy="3839186"/>
          </a:xfrm>
          <a:prstGeom prst="rect">
            <a:avLst/>
          </a:prstGeom>
          <a:ln w="19050">
            <a:solidFill>
              <a:srgbClr val="1D7E4F"/>
            </a:solidFill>
          </a:ln>
        </p:spPr>
      </p:pic>
    </p:spTree>
    <p:extLst>
      <p:ext uri="{BB962C8B-B14F-4D97-AF65-F5344CB8AC3E}">
        <p14:creationId xmlns:p14="http://schemas.microsoft.com/office/powerpoint/2010/main" val="389508634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DAEFE1"/>
        </a:solid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CAE8E290-EE41-70FB-5C43-6B22F3D775A2}"/>
              </a:ext>
            </a:extLst>
          </p:cNvPr>
          <p:cNvSpPr/>
          <p:nvPr/>
        </p:nvSpPr>
        <p:spPr>
          <a:xfrm>
            <a:off x="0" y="0"/>
            <a:ext cx="12192000" cy="228600"/>
          </a:xfrm>
          <a:prstGeom prst="rect">
            <a:avLst/>
          </a:prstGeom>
          <a:solidFill>
            <a:srgbClr val="1D7E4F"/>
          </a:solidFill>
          <a:ln w="15875" cap="rnd" cmpd="sng" algn="ctr">
            <a:noFill/>
            <a:prstDash val="solid"/>
          </a:ln>
          <a:effectLst/>
          <a:extLst>
            <a:ext uri="{91240B29-F687-4F45-9708-019B960494DF}">
              <a14:hiddenLine xmlns:a14="http://schemas.microsoft.com/office/drawing/2010/main" w="15875" cap="rnd"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p:txBody>
          <a:bodyPr>
            <a:normAutofit fontScale="90000"/>
          </a:bodyPr>
          <a:lstStyle/>
          <a:p>
            <a:r>
              <a:rPr lang="en-US" sz="3400">
                <a:solidFill>
                  <a:srgbClr val="0A5237"/>
                </a:solidFill>
                <a:latin typeface="Aptos" panose="020B0004020202020204" pitchFamily="34" charset="0"/>
              </a:rPr>
              <a:t>Requirements from the Specification Document</a:t>
            </a:r>
            <a:endParaRPr sz="3400" dirty="0">
              <a:solidFill>
                <a:srgbClr val="0A5237"/>
              </a:solidFill>
              <a:latin typeface="Aptos" panose="020B0004020202020204" pitchFamily="34" charset="0"/>
            </a:endParaRPr>
          </a:p>
        </p:txBody>
      </p:sp>
      <p:sp>
        <p:nvSpPr>
          <p:cNvPr id="3" name="Content Placeholder 2"/>
          <p:cNvSpPr>
            <a:spLocks noGrp="1"/>
          </p:cNvSpPr>
          <p:nvPr>
            <p:ph idx="1"/>
          </p:nvPr>
        </p:nvSpPr>
        <p:spPr/>
        <p:txBody>
          <a:bodyPr>
            <a:normAutofit/>
          </a:bodyPr>
          <a:lstStyle/>
          <a:p>
            <a:pPr algn="l" rtl="0"/>
            <a:r>
              <a:rPr lang="en-US" sz="2000">
                <a:solidFill>
                  <a:srgbClr val="1E3027"/>
                </a:solidFill>
                <a:latin typeface="Aptos" panose="020B0004020202020204" pitchFamily="34" charset="0"/>
              </a:rPr>
              <a:t>Data accessibility from a desktop browser.</a:t>
            </a:r>
          </a:p>
          <a:p>
            <a:pPr algn="l" rtl="0"/>
            <a:r>
              <a:rPr lang="en-US" sz="2000">
                <a:solidFill>
                  <a:srgbClr val="1E3027"/>
                </a:solidFill>
                <a:latin typeface="Aptos" panose="020B0004020202020204" pitchFamily="34" charset="0"/>
              </a:rPr>
              <a:t>Ability to upload images for watering areas.</a:t>
            </a:r>
          </a:p>
          <a:p>
            <a:pPr algn="l" rtl="0"/>
            <a:r>
              <a:rPr lang="en-US" sz="2000">
                <a:solidFill>
                  <a:srgbClr val="1E3027"/>
                </a:solidFill>
                <a:latin typeface="Aptos" panose="020B0004020202020204" pitchFamily="34" charset="0"/>
              </a:rPr>
              <a:t>Ability to create areas and plants.</a:t>
            </a:r>
          </a:p>
          <a:p>
            <a:pPr algn="l" rtl="0"/>
            <a:r>
              <a:rPr lang="en-US" sz="2000">
                <a:solidFill>
                  <a:srgbClr val="1E3027"/>
                </a:solidFill>
                <a:latin typeface="Aptos" panose="020B0004020202020204" pitchFamily="34" charset="0"/>
              </a:rPr>
              <a:t>Permission system for registered users, area managers, and admins.</a:t>
            </a:r>
          </a:p>
          <a:p>
            <a:pPr algn="l" rtl="0"/>
            <a:r>
              <a:rPr lang="en-US" sz="2000">
                <a:solidFill>
                  <a:srgbClr val="1E3027"/>
                </a:solidFill>
                <a:latin typeface="Aptos" panose="020B0004020202020204" pitchFamily="34" charset="0"/>
              </a:rPr>
              <a:t>Ability to assign users to specific watering areas.</a:t>
            </a:r>
          </a:p>
          <a:p>
            <a:pPr algn="l" rtl="0"/>
            <a:r>
              <a:rPr lang="en-US" sz="2000">
                <a:solidFill>
                  <a:srgbClr val="1E3027"/>
                </a:solidFill>
                <a:latin typeface="Aptos" panose="020B0004020202020204" pitchFamily="34" charset="0"/>
              </a:rPr>
              <a:t>Ability to register and log in to the website.</a:t>
            </a:r>
          </a:p>
          <a:p>
            <a:pPr algn="l" rtl="0"/>
            <a:r>
              <a:rPr lang="en-US" sz="2000">
                <a:solidFill>
                  <a:srgbClr val="1E3027"/>
                </a:solidFill>
                <a:latin typeface="Aptos" panose="020B0004020202020204" pitchFamily="34" charset="0"/>
              </a:rPr>
              <a:t>Audit log for tracking system actions.</a:t>
            </a:r>
            <a:endParaRPr sz="2000" dirty="0">
              <a:solidFill>
                <a:srgbClr val="1E3027"/>
              </a:solidFill>
              <a:latin typeface="Aptos" panose="020B0004020202020204" pitchFamily="34" charset="0"/>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DAEFE1"/>
        </a:solid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4BBD3B2F-4A1A-AC22-2E29-01E2DAA4A8B7}"/>
              </a:ext>
            </a:extLst>
          </p:cNvPr>
          <p:cNvSpPr/>
          <p:nvPr/>
        </p:nvSpPr>
        <p:spPr>
          <a:xfrm>
            <a:off x="0" y="0"/>
            <a:ext cx="12192000" cy="228600"/>
          </a:xfrm>
          <a:prstGeom prst="rect">
            <a:avLst/>
          </a:prstGeom>
          <a:solidFill>
            <a:srgbClr val="1D7E4F"/>
          </a:solidFill>
          <a:ln w="15875" cap="rnd" cmpd="sng" algn="ctr">
            <a:noFill/>
            <a:prstDash val="solid"/>
          </a:ln>
          <a:effectLst/>
          <a:extLst>
            <a:ext uri="{91240B29-F687-4F45-9708-019B960494DF}">
              <a14:hiddenLine xmlns:a14="http://schemas.microsoft.com/office/drawing/2010/main" w="15875" cap="rnd"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p:txBody>
          <a:bodyPr/>
          <a:lstStyle/>
          <a:p>
            <a:r>
              <a:rPr lang="en-US" sz="3400">
                <a:solidFill>
                  <a:srgbClr val="0A5237"/>
                </a:solidFill>
                <a:latin typeface="Aptos" panose="020B0004020202020204" pitchFamily="34" charset="0"/>
              </a:rPr>
              <a:t>Unexpected Problems</a:t>
            </a:r>
            <a:endParaRPr sz="3400" dirty="0">
              <a:solidFill>
                <a:srgbClr val="0A5237"/>
              </a:solidFill>
              <a:latin typeface="Aptos" panose="020B0004020202020204" pitchFamily="34" charset="0"/>
            </a:endParaRPr>
          </a:p>
        </p:txBody>
      </p:sp>
      <p:sp>
        <p:nvSpPr>
          <p:cNvPr id="3" name="Content Placeholder 2"/>
          <p:cNvSpPr>
            <a:spLocks noGrp="1"/>
          </p:cNvSpPr>
          <p:nvPr>
            <p:ph idx="1"/>
          </p:nvPr>
        </p:nvSpPr>
        <p:spPr/>
        <p:txBody>
          <a:bodyPr>
            <a:normAutofit/>
          </a:bodyPr>
          <a:lstStyle/>
          <a:p>
            <a:pPr algn="l" rtl="0"/>
            <a:r>
              <a:rPr lang="en-US" sz="2000">
                <a:solidFill>
                  <a:srgbClr val="1E3027"/>
                </a:solidFill>
                <a:latin typeface="Aptos" panose="020B0004020202020204" pitchFamily="34" charset="0"/>
              </a:rPr>
              <a:t>Database structure and relations between users, areas, plants, and permissions required several redesigns.</a:t>
            </a:r>
          </a:p>
          <a:p>
            <a:pPr algn="l" rtl="0"/>
            <a:r>
              <a:rPr lang="en-US" sz="2000">
                <a:solidFill>
                  <a:srgbClr val="1E3027"/>
                </a:solidFill>
                <a:latin typeface="Aptos" panose="020B0004020202020204" pitchFamily="34" charset="0"/>
              </a:rPr>
              <a:t>Map layers and popups appeared above modals and dropdowns.</a:t>
            </a:r>
          </a:p>
          <a:p>
            <a:pPr algn="l" rtl="0"/>
            <a:r>
              <a:rPr lang="en-US" sz="2000">
                <a:solidFill>
                  <a:srgbClr val="1E3027"/>
                </a:solidFill>
                <a:latin typeface="Aptos" panose="020B0004020202020204" pitchFamily="34" charset="0"/>
              </a:rPr>
              <a:t>Plants could be created with invalid coordinates or outside the selected area.</a:t>
            </a:r>
          </a:p>
          <a:p>
            <a:pPr algn="l" rtl="0"/>
            <a:r>
              <a:rPr lang="en-US" sz="2000">
                <a:solidFill>
                  <a:srgbClr val="1E3027"/>
                </a:solidFill>
                <a:latin typeface="Aptos" panose="020B0004020202020204" pitchFamily="34" charset="0"/>
              </a:rPr>
              <a:t>Image-based areas needed a different coordinate validation flow.</a:t>
            </a:r>
            <a:endParaRPr sz="2000" dirty="0">
              <a:solidFill>
                <a:srgbClr val="1E3027"/>
              </a:solidFill>
              <a:latin typeface="Aptos" panose="020B0004020202020204" pitchFamily="34" charset="0"/>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DAEFE1"/>
        </a:solid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720DC653-F30E-2987-0BF3-F373620F8303}"/>
              </a:ext>
            </a:extLst>
          </p:cNvPr>
          <p:cNvSpPr/>
          <p:nvPr/>
        </p:nvSpPr>
        <p:spPr>
          <a:xfrm>
            <a:off x="0" y="0"/>
            <a:ext cx="12192000" cy="228600"/>
          </a:xfrm>
          <a:prstGeom prst="rect">
            <a:avLst/>
          </a:prstGeom>
          <a:solidFill>
            <a:srgbClr val="1D7E4F"/>
          </a:solidFill>
          <a:ln w="15875" cap="rnd" cmpd="sng" algn="ctr">
            <a:noFill/>
            <a:prstDash val="solid"/>
          </a:ln>
          <a:effectLst/>
          <a:extLst>
            <a:ext uri="{91240B29-F687-4F45-9708-019B960494DF}">
              <a14:hiddenLine xmlns:a14="http://schemas.microsoft.com/office/drawing/2010/main" w="15875" cap="rnd"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p:txBody>
          <a:bodyPr/>
          <a:lstStyle/>
          <a:p>
            <a:r>
              <a:rPr lang="en-US" sz="3400">
                <a:solidFill>
                  <a:srgbClr val="0A5237"/>
                </a:solidFill>
                <a:latin typeface="Aptos" panose="020B0004020202020204" pitchFamily="34" charset="0"/>
              </a:rPr>
              <a:t>Coping and Solving</a:t>
            </a:r>
            <a:endParaRPr sz="3400" dirty="0">
              <a:solidFill>
                <a:srgbClr val="0A5237"/>
              </a:solidFill>
              <a:latin typeface="Aptos" panose="020B0004020202020204" pitchFamily="34" charset="0"/>
            </a:endParaRPr>
          </a:p>
        </p:txBody>
      </p:sp>
      <p:sp>
        <p:nvSpPr>
          <p:cNvPr id="3" name="Content Placeholder 2"/>
          <p:cNvSpPr>
            <a:spLocks noGrp="1"/>
          </p:cNvSpPr>
          <p:nvPr>
            <p:ph idx="1"/>
          </p:nvPr>
        </p:nvSpPr>
        <p:spPr/>
        <p:txBody>
          <a:bodyPr>
            <a:normAutofit/>
          </a:bodyPr>
          <a:lstStyle/>
          <a:p>
            <a:pPr algn="l" rtl="0"/>
            <a:r>
              <a:rPr lang="en-US" sz="2000">
                <a:solidFill>
                  <a:srgbClr val="1E3027"/>
                </a:solidFill>
                <a:latin typeface="Aptos" panose="020B0004020202020204" pitchFamily="34" charset="0"/>
              </a:rPr>
              <a:t>DB redesigns → structured migrations: Re-modeled tables, added RBAC and area permissions, and wrote repeatable SQL migrations.</a:t>
            </a:r>
          </a:p>
          <a:p>
            <a:pPr algn="l" rtl="0"/>
            <a:r>
              <a:rPr lang="en-US" sz="2000">
                <a:solidFill>
                  <a:srgbClr val="1E3027"/>
                </a:solidFill>
                <a:latin typeface="Aptos" panose="020B0004020202020204" pitchFamily="34" charset="0"/>
              </a:rPr>
              <a:t>Map overlay issue → CSS isolation: Fixed stacking contexts, modal portals, and map layer behavior.</a:t>
            </a:r>
          </a:p>
          <a:p>
            <a:pPr algn="l" rtl="0"/>
            <a:r>
              <a:rPr lang="en-US" sz="2000">
                <a:solidFill>
                  <a:srgbClr val="1E3027"/>
                </a:solidFill>
                <a:latin typeface="Aptos" panose="020B0004020202020204" pitchFamily="34" charset="0"/>
              </a:rPr>
              <a:t>Invalid plant positions → validation and constraints: Required area selection, server-side boundary checks, and clear error messages.</a:t>
            </a:r>
          </a:p>
          <a:p>
            <a:pPr algn="l" rtl="0"/>
            <a:r>
              <a:rPr lang="en-US" sz="2000">
                <a:solidFill>
                  <a:srgbClr val="1E3027"/>
                </a:solidFill>
                <a:latin typeface="Aptos" panose="020B0004020202020204" pitchFamily="34" charset="0"/>
              </a:rPr>
              <a:t>Image coordinates → saved image dimensions and validated plant points inside the uploaded image.</a:t>
            </a:r>
            <a:endParaRPr sz="2000" dirty="0">
              <a:solidFill>
                <a:srgbClr val="1E3027"/>
              </a:solidFill>
              <a:latin typeface="Aptos" panose="020B0004020202020204" pitchFamily="34" charset="0"/>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DAEFE1"/>
        </a:solid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D50C65BB-6FEC-11B3-2D91-63955DF31CE0}"/>
              </a:ext>
            </a:extLst>
          </p:cNvPr>
          <p:cNvSpPr/>
          <p:nvPr/>
        </p:nvSpPr>
        <p:spPr>
          <a:xfrm>
            <a:off x="0" y="0"/>
            <a:ext cx="12192000" cy="228600"/>
          </a:xfrm>
          <a:prstGeom prst="rect">
            <a:avLst/>
          </a:prstGeom>
          <a:solidFill>
            <a:srgbClr val="1D7E4F"/>
          </a:solidFill>
          <a:ln w="15875" cap="rnd" cmpd="sng" algn="ctr">
            <a:noFill/>
            <a:prstDash val="solid"/>
          </a:ln>
          <a:effectLst/>
          <a:extLst>
            <a:ext uri="{91240B29-F687-4F45-9708-019B960494DF}">
              <a14:hiddenLine xmlns:a14="http://schemas.microsoft.com/office/drawing/2010/main" w="15875" cap="rnd"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p:txBody>
          <a:bodyPr>
            <a:normAutofit/>
          </a:bodyPr>
          <a:lstStyle/>
          <a:p>
            <a:r>
              <a:rPr lang="en-US" sz="3400">
                <a:solidFill>
                  <a:srgbClr val="0A5237"/>
                </a:solidFill>
                <a:latin typeface="Aptos" panose="020B0004020202020204" pitchFamily="34" charset="0"/>
              </a:rPr>
              <a:t>Conclusions for Further Development</a:t>
            </a:r>
            <a:endParaRPr sz="3400" dirty="0">
              <a:solidFill>
                <a:srgbClr val="0A5237"/>
              </a:solidFill>
              <a:latin typeface="Aptos" panose="020B0004020202020204" pitchFamily="34" charset="0"/>
            </a:endParaRPr>
          </a:p>
        </p:txBody>
      </p:sp>
      <p:sp>
        <p:nvSpPr>
          <p:cNvPr id="3" name="Content Placeholder 2"/>
          <p:cNvSpPr>
            <a:spLocks noGrp="1"/>
          </p:cNvSpPr>
          <p:nvPr>
            <p:ph idx="1"/>
          </p:nvPr>
        </p:nvSpPr>
        <p:spPr/>
        <p:txBody>
          <a:bodyPr>
            <a:normAutofit/>
          </a:bodyPr>
          <a:lstStyle/>
          <a:p>
            <a:pPr algn="l" rtl="0"/>
            <a:r>
              <a:rPr lang="en-US" sz="2000">
                <a:solidFill>
                  <a:srgbClr val="1E3027"/>
                </a:solidFill>
                <a:latin typeface="Aptos" panose="020B0004020202020204" pitchFamily="34" charset="0"/>
              </a:rPr>
              <a:t>Add Google Maps or satellite map layers to display watering zones more realistically.</a:t>
            </a:r>
          </a:p>
          <a:p>
            <a:pPr algn="l" rtl="0"/>
            <a:r>
              <a:rPr lang="en-US" sz="2000">
                <a:solidFill>
                  <a:srgbClr val="1E3027"/>
                </a:solidFill>
                <a:latin typeface="Aptos" panose="020B0004020202020204" pitchFamily="34" charset="0"/>
              </a:rPr>
              <a:t>Add mobile support for workers inspecting plants in the field.</a:t>
            </a:r>
          </a:p>
          <a:p>
            <a:pPr algn="l" rtl="0"/>
            <a:r>
              <a:rPr lang="en-US" sz="2000">
                <a:solidFill>
                  <a:srgbClr val="1E3027"/>
                </a:solidFill>
                <a:latin typeface="Aptos" panose="020B0004020202020204" pitchFamily="34" charset="0"/>
              </a:rPr>
              <a:t>Integrate soil-moisture sensors and automatic watering alerts.</a:t>
            </a:r>
          </a:p>
          <a:p>
            <a:pPr algn="l" rtl="0"/>
            <a:r>
              <a:rPr lang="en-US" sz="2000">
                <a:solidFill>
                  <a:srgbClr val="1E3027"/>
                </a:solidFill>
                <a:latin typeface="Aptos" panose="020B0004020202020204" pitchFamily="34" charset="0"/>
              </a:rPr>
              <a:t>Improve the admin dashboard with analytics and visual reports.</a:t>
            </a:r>
          </a:p>
          <a:p>
            <a:pPr algn="l" rtl="0"/>
            <a:r>
              <a:rPr lang="en-US" sz="2000">
                <a:solidFill>
                  <a:srgbClr val="1E3027"/>
                </a:solidFill>
                <a:latin typeface="Aptos" panose="020B0004020202020204" pitchFamily="34" charset="0"/>
              </a:rPr>
              <a:t>Use cloud technologies for scalability and reliability.</a:t>
            </a:r>
            <a:endParaRPr sz="2000" dirty="0">
              <a:solidFill>
                <a:srgbClr val="1E3027"/>
              </a:solidFill>
              <a:latin typeface="Aptos" panose="020B0004020202020204" pitchFamily="34" charset="0"/>
            </a:endParaRPr>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ראוי לציטוט">
  <a:themeElements>
    <a:clrScheme name="ראוי לציטוט">
      <a:dk1>
        <a:sysClr val="windowText" lastClr="000000"/>
      </a:dk1>
      <a:lt1>
        <a:sysClr val="window" lastClr="FFFFFF"/>
      </a:lt1>
      <a:dk2>
        <a:srgbClr val="212121"/>
      </a:dk2>
      <a:lt2>
        <a:srgbClr val="636363"/>
      </a:lt2>
      <a:accent1>
        <a:srgbClr val="00C6BB"/>
      </a:accent1>
      <a:accent2>
        <a:srgbClr val="6FEBA0"/>
      </a:accent2>
      <a:accent3>
        <a:srgbClr val="B6DF5E"/>
      </a:accent3>
      <a:accent4>
        <a:srgbClr val="EFB251"/>
      </a:accent4>
      <a:accent5>
        <a:srgbClr val="EF755F"/>
      </a:accent5>
      <a:accent6>
        <a:srgbClr val="ED515C"/>
      </a:accent6>
      <a:hlink>
        <a:srgbClr val="8F8F8F"/>
      </a:hlink>
      <a:folHlink>
        <a:srgbClr val="A5A5A5"/>
      </a:folHlink>
    </a:clrScheme>
    <a:fontScheme name="ראוי לציטוט">
      <a:maj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ראוי לציטוט">
      <a:fillStyleLst>
        <a:solidFill>
          <a:schemeClr val="phClr"/>
        </a:solidFill>
        <a:gradFill rotWithShape="1">
          <a:gsLst>
            <a:gs pos="0">
              <a:schemeClr val="phClr">
                <a:tint val="80000"/>
                <a:lumMod val="105000"/>
              </a:schemeClr>
            </a:gs>
            <a:gs pos="100000">
              <a:schemeClr val="phClr">
                <a:tint val="90000"/>
              </a:schemeClr>
            </a:gs>
          </a:gsLst>
          <a:lin ang="5400000" scaled="0"/>
        </a:gradFill>
        <a:blipFill rotWithShape="1">
          <a:blip xmlns:r="http://schemas.openxmlformats.org/officeDocument/2006/relationships" r:embed="rId1">
            <a:duotone>
              <a:schemeClr val="phClr">
                <a:tint val="98000"/>
                <a:lumMod val="102000"/>
              </a:schemeClr>
              <a:schemeClr val="phClr">
                <a:shade val="98000"/>
                <a:lumMod val="98000"/>
              </a:schemeClr>
            </a:duotone>
          </a:blip>
          <a:tile tx="0" ty="0" sx="100000" sy="100000" flip="none" algn="tl"/>
        </a:blipFill>
      </a:fillStyleLst>
      <a:lnStyleLst>
        <a:ln w="9525" cap="rnd" cmpd="sng" algn="ctr">
          <a:solidFill>
            <a:schemeClr val="phClr"/>
          </a:solidFill>
          <a:prstDash val="solid"/>
        </a:ln>
        <a:ln w="15875" cap="rnd" cmpd="sng" algn="ctr">
          <a:solidFill>
            <a:schemeClr val="phClr"/>
          </a:solidFill>
          <a:prstDash val="solid"/>
        </a:ln>
        <a:ln w="25400" cap="rnd" cmpd="sng" algn="ctr">
          <a:solidFill>
            <a:schemeClr val="phClr"/>
          </a:solidFill>
          <a:prstDash val="solid"/>
        </a:ln>
      </a:lnStyleLst>
      <a:effectStyleLst>
        <a:effectStyle>
          <a:effectLst/>
        </a:effectStyle>
        <a:effectStyle>
          <a:effectLst/>
        </a:effectStyle>
        <a:effectStyle>
          <a:effectLst>
            <a:innerShdw blurRad="63500" dist="25400" dir="13500000">
              <a:srgbClr val="000000">
                <a:alpha val="75000"/>
              </a:srgbClr>
            </a:innerShdw>
          </a:effectLst>
        </a:effectStyle>
      </a:effectStyleLst>
      <a:bgFillStyleLst>
        <a:solidFill>
          <a:schemeClr val="phClr"/>
        </a:solidFill>
        <a:gradFill rotWithShape="1">
          <a:gsLst>
            <a:gs pos="0">
              <a:schemeClr val="phClr">
                <a:tint val="100000"/>
              </a:schemeClr>
            </a:gs>
            <a:gs pos="100000">
              <a:schemeClr val="phClr">
                <a:tint val="84000"/>
                <a:shade val="84000"/>
                <a:lumMod val="90000"/>
              </a:schemeClr>
            </a:gs>
          </a:gsLst>
          <a:lin ang="5400000" scaled="0"/>
        </a:gradFill>
        <a:gradFill rotWithShape="1">
          <a:gsLst>
            <a:gs pos="0">
              <a:schemeClr val="phClr">
                <a:tint val="84000"/>
                <a:shade val="90000"/>
                <a:satMod val="120000"/>
                <a:lumMod val="90000"/>
              </a:schemeClr>
            </a:gs>
            <a:gs pos="100000">
              <a:schemeClr val="phClr"/>
            </a:gs>
          </a:gsLst>
          <a:lin ang="5400000" scaled="0"/>
        </a:gradFill>
      </a:bgFillStyleLst>
    </a:fmtScheme>
  </a:themeElements>
  <a:objectDefaults/>
  <a:extraClrSchemeLst/>
  <a:extLst>
    <a:ext uri="{05A4C25C-085E-4340-85A3-A5531E510DB2}">
      <thm15:themeFamily xmlns:thm15="http://schemas.microsoft.com/office/thememl/2012/main" name="Quotable" id="{39EC5628-30ED-4578-ACD8-9820EDB8E15A}" vid="{6F3559E9-1A4C-49D8-94D4-F41003531C49}"/>
    </a:ext>
  </a:extLst>
</a:theme>
</file>

<file path=ppt/theme/theme2.xml><?xml version="1.0" encoding="utf-8"?>
<a:theme xmlns:a="http://schemas.openxmlformats.org/drawingml/2006/main" name="ערכת נושא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TM03457503[[fn=ראוי לציטוט]]</Template>
  <TotalTime>9676</TotalTime>
  <Words>1430</Words>
  <Application>Microsoft Office PowerPoint</Application>
  <PresentationFormat>Widescreen</PresentationFormat>
  <Paragraphs>144</Paragraphs>
  <Slides>24</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24</vt:i4>
      </vt:variant>
    </vt:vector>
  </HeadingPairs>
  <TitlesOfParts>
    <vt:vector size="28" baseType="lpstr">
      <vt:lpstr>Aptos</vt:lpstr>
      <vt:lpstr>Century Gothic</vt:lpstr>
      <vt:lpstr>Wingdings 2</vt:lpstr>
      <vt:lpstr>ראוי לציטוט</vt:lpstr>
      <vt:lpstr>Watering Dashboard Project</vt:lpstr>
      <vt:lpstr>Table of Contents</vt:lpstr>
      <vt:lpstr>Goal</vt:lpstr>
      <vt:lpstr>Existing Technologies and Market Solutions</vt:lpstr>
      <vt:lpstr>Main Processes</vt:lpstr>
      <vt:lpstr>Main Processes</vt:lpstr>
      <vt:lpstr>Main Processes</vt:lpstr>
      <vt:lpstr>Main Modules</vt:lpstr>
      <vt:lpstr>Main modules – Starting the server</vt:lpstr>
      <vt:lpstr>Main modules - React</vt:lpstr>
      <vt:lpstr>Main Modules – Routes</vt:lpstr>
      <vt:lpstr>Main Modules – DB</vt:lpstr>
      <vt:lpstr>Main modules - Config</vt:lpstr>
      <vt:lpstr>Main modules - Controllers</vt:lpstr>
      <vt:lpstr>Main modules - Models</vt:lpstr>
      <vt:lpstr>Main products:   Home Page – Before Login</vt:lpstr>
      <vt:lpstr>Main products:  Home Page – After Login</vt:lpstr>
      <vt:lpstr>Main products:  Register Page</vt:lpstr>
      <vt:lpstr>Main products:  Login Page</vt:lpstr>
      <vt:lpstr>Main products:  Notification Page</vt:lpstr>
      <vt:lpstr>Requirements from the Specification Document</vt:lpstr>
      <vt:lpstr>Unexpected Problems</vt:lpstr>
      <vt:lpstr>Coping and Solving</vt:lpstr>
      <vt:lpstr>Conclusions for Further Development</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Shirin Fakiri</dc:creator>
  <cp:keywords/>
  <dc:description>generated using python-pptx</dc:description>
  <cp:lastModifiedBy>Elad Hayek</cp:lastModifiedBy>
  <cp:revision>26</cp:revision>
  <dcterms:created xsi:type="dcterms:W3CDTF">2013-01-27T09:14:16Z</dcterms:created>
  <dcterms:modified xsi:type="dcterms:W3CDTF">2026-05-29T07:53:50Z</dcterms:modified>
  <cp:category/>
</cp:coreProperties>
</file>